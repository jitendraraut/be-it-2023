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05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1" r:id="rId3"/>
    <p:sldId id="258" r:id="rId4"/>
    <p:sldId id="259" r:id="rId5"/>
    <p:sldId id="263" r:id="rId6"/>
    <p:sldId id="264" r:id="rId7"/>
    <p:sldId id="265" r:id="rId8"/>
    <p:sldId id="266" r:id="rId9"/>
    <p:sldId id="262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6C6B1E-DD33-41DF-A72A-2A9EFA5A1E49}">
          <p14:sldIdLst>
            <p14:sldId id="256"/>
            <p14:sldId id="261"/>
            <p14:sldId id="258"/>
            <p14:sldId id="259"/>
          </p14:sldIdLst>
        </p14:section>
        <p14:section name="Untitled Section" id="{861AA359-5A6C-4BF7-9A10-4C763D165097}">
          <p14:sldIdLst>
            <p14:sldId id="263"/>
            <p14:sldId id="264"/>
            <p14:sldId id="265"/>
            <p14:sldId id="266"/>
            <p14:sldId id="262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tendra Raut" userId="7b253a94e848b2f2" providerId="LiveId" clId="{035A045B-50B7-45C6-84F9-A181BDAD2A48}"/>
    <pc:docChg chg="modSld">
      <pc:chgData name="Jitendra Raut" userId="7b253a94e848b2f2" providerId="LiveId" clId="{035A045B-50B7-45C6-84F9-A181BDAD2A48}" dt="2024-12-09T16:06:39.781" v="11" actId="20577"/>
      <pc:docMkLst>
        <pc:docMk/>
      </pc:docMkLst>
      <pc:sldChg chg="modSp mod">
        <pc:chgData name="Jitendra Raut" userId="7b253a94e848b2f2" providerId="LiveId" clId="{035A045B-50B7-45C6-84F9-A181BDAD2A48}" dt="2024-12-09T16:06:27.117" v="5" actId="20577"/>
        <pc:sldMkLst>
          <pc:docMk/>
          <pc:sldMk cId="1703342593" sldId="261"/>
        </pc:sldMkLst>
        <pc:spChg chg="mod">
          <ac:chgData name="Jitendra Raut" userId="7b253a94e848b2f2" providerId="LiveId" clId="{035A045B-50B7-45C6-84F9-A181BDAD2A48}" dt="2024-12-09T16:06:27.117" v="5" actId="20577"/>
          <ac:spMkLst>
            <pc:docMk/>
            <pc:sldMk cId="1703342593" sldId="261"/>
            <ac:spMk id="5" creationId="{99F0A9DE-E455-00E8-7498-2AB93C3E024D}"/>
          </ac:spMkLst>
        </pc:spChg>
      </pc:sldChg>
      <pc:sldChg chg="modSp mod">
        <pc:chgData name="Jitendra Raut" userId="7b253a94e848b2f2" providerId="LiveId" clId="{035A045B-50B7-45C6-84F9-A181BDAD2A48}" dt="2024-12-09T16:06:39.781" v="11" actId="20577"/>
        <pc:sldMkLst>
          <pc:docMk/>
          <pc:sldMk cId="4005740129" sldId="267"/>
        </pc:sldMkLst>
        <pc:spChg chg="mod">
          <ac:chgData name="Jitendra Raut" userId="7b253a94e848b2f2" providerId="LiveId" clId="{035A045B-50B7-45C6-84F9-A181BDAD2A48}" dt="2024-12-09T16:06:39.781" v="11" actId="20577"/>
          <ac:spMkLst>
            <pc:docMk/>
            <pc:sldMk cId="4005740129" sldId="267"/>
            <ac:spMk id="2" creationId="{B9EF2C40-8FAD-4869-CF23-4AAB374E048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5/8/layout/hList3" loCatId="list" qsTypeId="urn:microsoft.com/office/officeart/2005/8/quickstyle/simple4" qsCatId="simple" csTypeId="urn:microsoft.com/office/officeart/2005/8/colors/accent2_1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GB" noProof="0" dirty="0"/>
            <a:t>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en-GB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en-GB" noProof="0" dirty="0"/>
        </a:p>
      </dgm:t>
    </dgm:pt>
    <dgm:pt modelId="{A32D90E5-1898-44C8-BE64-AE800048B14B}">
      <dgm:prSet/>
      <dgm:spPr/>
      <dgm:t>
        <a:bodyPr/>
        <a:lstStyle/>
        <a:p>
          <a:r>
            <a:rPr lang="en-GB" b="1" dirty="0"/>
            <a:t>Platform Dependence</a:t>
          </a:r>
          <a:endParaRPr lang="en-GB" dirty="0"/>
        </a:p>
      </dgm:t>
    </dgm:pt>
    <dgm:pt modelId="{D4011BF7-EC9B-4D45-836C-DBA0CD0031AF}" type="parTrans" cxnId="{10B9807E-EE9D-4B4B-8FBC-1D91F5D424AE}">
      <dgm:prSet/>
      <dgm:spPr/>
      <dgm:t>
        <a:bodyPr/>
        <a:lstStyle/>
        <a:p>
          <a:endParaRPr lang="en-GB"/>
        </a:p>
      </dgm:t>
    </dgm:pt>
    <dgm:pt modelId="{2729FCEE-A669-4D53-844D-72896C0C5E31}" type="sibTrans" cxnId="{10B9807E-EE9D-4B4B-8FBC-1D91F5D424AE}">
      <dgm:prSet/>
      <dgm:spPr/>
      <dgm:t>
        <a:bodyPr/>
        <a:lstStyle/>
        <a:p>
          <a:endParaRPr lang="en-GB"/>
        </a:p>
      </dgm:t>
    </dgm:pt>
    <dgm:pt modelId="{4B14EAC9-9436-484E-8526-0DB0DE8FCF1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3200" b="1" dirty="0"/>
            <a:t>RMI</a:t>
          </a:r>
          <a:r>
            <a:rPr lang="en-GB" sz="3200" dirty="0"/>
            <a:t>:</a:t>
          </a:r>
        </a:p>
      </dgm:t>
    </dgm:pt>
    <dgm:pt modelId="{461FC6B8-D93B-4D48-AC3C-82C33CA2D472}" type="sibTrans" cxnId="{4C183C5C-72D8-4C28-AE99-02B15DCA3307}">
      <dgm:prSet/>
      <dgm:spPr/>
      <dgm:t>
        <a:bodyPr/>
        <a:lstStyle/>
        <a:p>
          <a:endParaRPr lang="en-GB"/>
        </a:p>
      </dgm:t>
    </dgm:pt>
    <dgm:pt modelId="{6CB33C75-9B9A-40D9-8169-56E7F90DABAC}" type="parTrans" cxnId="{4C183C5C-72D8-4C28-AE99-02B15DCA3307}">
      <dgm:prSet/>
      <dgm:spPr/>
      <dgm:t>
        <a:bodyPr/>
        <a:lstStyle/>
        <a:p>
          <a:endParaRPr lang="en-GB"/>
        </a:p>
      </dgm:t>
    </dgm:pt>
    <dgm:pt modelId="{EAA35AD4-70FD-4682-B4F8-B10F528358C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RMI is platform-dependent and works only on systems that have Java Runtime Environments (JRE).</a:t>
          </a:r>
        </a:p>
      </dgm:t>
    </dgm:pt>
    <dgm:pt modelId="{4CA88147-2EA7-4412-90EE-0CE90B62CC79}" type="sibTrans" cxnId="{DE34A569-40FD-423B-8DBE-E76076CF7418}">
      <dgm:prSet/>
      <dgm:spPr/>
      <dgm:t>
        <a:bodyPr/>
        <a:lstStyle/>
        <a:p>
          <a:endParaRPr lang="en-GB"/>
        </a:p>
      </dgm:t>
    </dgm:pt>
    <dgm:pt modelId="{0EF0205F-6C33-40F0-B70C-BF7CA6FB3241}" type="parTrans" cxnId="{DE34A569-40FD-423B-8DBE-E76076CF7418}">
      <dgm:prSet/>
      <dgm:spPr/>
      <dgm:t>
        <a:bodyPr/>
        <a:lstStyle/>
        <a:p>
          <a:endParaRPr lang="en-GB"/>
        </a:p>
      </dgm:t>
    </dgm:pt>
    <dgm:pt modelId="{FE36C2C0-06FD-4975-B198-A6B2F95408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It is more suitable for applications that are primarily written in Java and run in Java environments.</a:t>
          </a:r>
        </a:p>
      </dgm:t>
    </dgm:pt>
    <dgm:pt modelId="{555B0A82-0108-4C11-8E80-171E00F35B38}" type="sibTrans" cxnId="{964CA895-D093-4FA4-9B79-49468CB6BB4D}">
      <dgm:prSet/>
      <dgm:spPr/>
      <dgm:t>
        <a:bodyPr/>
        <a:lstStyle/>
        <a:p>
          <a:endParaRPr lang="en-GB"/>
        </a:p>
      </dgm:t>
    </dgm:pt>
    <dgm:pt modelId="{FA57D681-1A8C-4D62-A1FB-1F8A4D1D45C9}" type="parTrans" cxnId="{964CA895-D093-4FA4-9B79-49468CB6BB4D}">
      <dgm:prSet/>
      <dgm:spPr/>
      <dgm:t>
        <a:bodyPr/>
        <a:lstStyle/>
        <a:p>
          <a:endParaRPr lang="en-GB"/>
        </a:p>
      </dgm:t>
    </dgm:pt>
    <dgm:pt modelId="{62EC5699-78F0-4445-B167-8294BDFBEB9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n-GB" sz="2000" dirty="0"/>
        </a:p>
      </dgm:t>
    </dgm:pt>
    <dgm:pt modelId="{7A91ECD4-9997-46A0-9AEF-4D4349061844}" type="parTrans" cxnId="{E4CCA285-945C-49C3-B1D8-06CA089D71F7}">
      <dgm:prSet/>
      <dgm:spPr/>
      <dgm:t>
        <a:bodyPr/>
        <a:lstStyle/>
        <a:p>
          <a:endParaRPr lang="en-GB"/>
        </a:p>
      </dgm:t>
    </dgm:pt>
    <dgm:pt modelId="{3B9D170C-B218-4FE9-9878-668F05084AB9}" type="sibTrans" cxnId="{E4CCA285-945C-49C3-B1D8-06CA089D71F7}">
      <dgm:prSet/>
      <dgm:spPr/>
      <dgm:t>
        <a:bodyPr/>
        <a:lstStyle/>
        <a:p>
          <a:endParaRPr lang="en-GB"/>
        </a:p>
      </dgm:t>
    </dgm:pt>
    <dgm:pt modelId="{62038773-9770-473A-83A1-3041D06F0286}">
      <dgm:prSet custT="1"/>
      <dgm:spPr/>
      <dgm:t>
        <a:bodyPr/>
        <a:lstStyle/>
        <a:p>
          <a:r>
            <a:rPr lang="en-GB" sz="3200" b="1" dirty="0"/>
            <a:t>CORBA</a:t>
          </a:r>
          <a:r>
            <a:rPr lang="en-GB" sz="3600" dirty="0"/>
            <a:t>:</a:t>
          </a:r>
        </a:p>
      </dgm:t>
    </dgm:pt>
    <dgm:pt modelId="{7CD236BF-4733-4E8A-941D-95464D6728E3}" type="parTrans" cxnId="{1F0B5A99-AD3F-4287-A3E0-D0EBF5178543}">
      <dgm:prSet/>
      <dgm:spPr/>
      <dgm:t>
        <a:bodyPr/>
        <a:lstStyle/>
        <a:p>
          <a:endParaRPr lang="en-GB"/>
        </a:p>
      </dgm:t>
    </dgm:pt>
    <dgm:pt modelId="{73DCA960-49CA-41FC-91F1-F93C0978CE07}" type="sibTrans" cxnId="{1F0B5A99-AD3F-4287-A3E0-D0EBF5178543}">
      <dgm:prSet/>
      <dgm:spPr/>
      <dgm:t>
        <a:bodyPr/>
        <a:lstStyle/>
        <a:p>
          <a:endParaRPr lang="en-GB"/>
        </a:p>
      </dgm:t>
    </dgm:pt>
    <dgm:pt modelId="{9E48C4C8-B902-4CC7-A9A1-E5183030462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CORBA is designed to be platform-independent, meaning it can be used on systems running different operating systems (Windows, Linux, etc.), as long as they support CORBA.</a:t>
          </a:r>
        </a:p>
      </dgm:t>
    </dgm:pt>
    <dgm:pt modelId="{8101A62F-6767-4B18-A18E-DF00D35A42A7}" type="parTrans" cxnId="{C0C9ABFC-91F1-4FC5-A9AA-53B433D1526D}">
      <dgm:prSet/>
      <dgm:spPr/>
      <dgm:t>
        <a:bodyPr/>
        <a:lstStyle/>
        <a:p>
          <a:endParaRPr lang="en-GB"/>
        </a:p>
      </dgm:t>
    </dgm:pt>
    <dgm:pt modelId="{3B0BCDA0-8217-45EC-8A70-58E97C32F764}" type="sibTrans" cxnId="{C0C9ABFC-91F1-4FC5-A9AA-53B433D1526D}">
      <dgm:prSet/>
      <dgm:spPr/>
      <dgm:t>
        <a:bodyPr/>
        <a:lstStyle/>
        <a:p>
          <a:endParaRPr lang="en-GB"/>
        </a:p>
      </dgm:t>
    </dgm:pt>
    <dgm:pt modelId="{A8DBCCAB-3C13-400D-8DBA-87BAA9FA007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2000" dirty="0"/>
            <a:t>It offers greater flexibility for heterogeneous environments.</a:t>
          </a:r>
        </a:p>
      </dgm:t>
    </dgm:pt>
    <dgm:pt modelId="{03E434F4-D5B3-4C14-8F09-320ABE044CBA}" type="parTrans" cxnId="{AED3C163-FF69-4C98-BC3D-46AC9630079C}">
      <dgm:prSet/>
      <dgm:spPr/>
      <dgm:t>
        <a:bodyPr/>
        <a:lstStyle/>
        <a:p>
          <a:endParaRPr lang="en-GB"/>
        </a:p>
      </dgm:t>
    </dgm:pt>
    <dgm:pt modelId="{752A64F4-C6C5-4C25-A345-908C0B63D583}" type="sibTrans" cxnId="{AED3C163-FF69-4C98-BC3D-46AC9630079C}">
      <dgm:prSet/>
      <dgm:spPr/>
      <dgm:t>
        <a:bodyPr/>
        <a:lstStyle/>
        <a:p>
          <a:endParaRPr lang="en-GB"/>
        </a:p>
      </dgm:t>
    </dgm:pt>
    <dgm:pt modelId="{0BEF68B8-1228-47BB-83B5-7B9CD1E3F84E}">
      <dgm:prSet phldrT="[Text]"/>
      <dgm:spPr/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en-GB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en-GB" noProof="0" dirty="0"/>
        </a:p>
      </dgm:t>
    </dgm:pt>
    <dgm:pt modelId="{5605D28D-2CE6-4513-8566-952984E21E14}">
      <dgm:prSet phldrT="[Text]"/>
      <dgm:spPr/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en-GB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en-GB" noProof="0" dirty="0"/>
        </a:p>
      </dgm:t>
    </dgm:pt>
    <dgm:pt modelId="{95C05D30-C653-4BE2-8ADA-D35F68F2A754}" type="pres">
      <dgm:prSet presAssocID="{7E5AA53B-3EEE-4DE4-BB81-9044890C2946}" presName="composite" presStyleCnt="0">
        <dgm:presLayoutVars>
          <dgm:chMax val="1"/>
          <dgm:dir/>
          <dgm:resizeHandles val="exact"/>
        </dgm:presLayoutVars>
      </dgm:prSet>
      <dgm:spPr/>
    </dgm:pt>
    <dgm:pt modelId="{EDAECD2E-EC97-4EB8-A76E-BE639EB876B3}" type="pres">
      <dgm:prSet presAssocID="{6750AC01-D39D-4F3A-9DC8-2A211EE986A2}" presName="roof" presStyleLbl="dkBgShp" presStyleIdx="0" presStyleCnt="2" custLinFactNeighborX="1146" custLinFactNeighborY="-43423"/>
      <dgm:spPr/>
    </dgm:pt>
    <dgm:pt modelId="{58E258E6-FF70-4256-8E29-674102686604}" type="pres">
      <dgm:prSet presAssocID="{6750AC01-D39D-4F3A-9DC8-2A211EE986A2}" presName="pillars" presStyleCnt="0"/>
      <dgm:spPr/>
    </dgm:pt>
    <dgm:pt modelId="{E9231067-0A2F-4EE9-9751-16C6C0212004}" type="pres">
      <dgm:prSet presAssocID="{6750AC01-D39D-4F3A-9DC8-2A211EE986A2}" presName="pillar1" presStyleLbl="node1" presStyleIdx="0" presStyleCnt="2" custScaleX="44687" custLinFactNeighborX="0" custLinFactNeighborY="-4257">
        <dgm:presLayoutVars>
          <dgm:bulletEnabled val="1"/>
        </dgm:presLayoutVars>
      </dgm:prSet>
      <dgm:spPr/>
    </dgm:pt>
    <dgm:pt modelId="{53DE8352-0FDF-4CA8-94D1-9C197AAAFBD2}" type="pres">
      <dgm:prSet presAssocID="{4B14EAC9-9436-484E-8526-0DB0DE8FCF17}" presName="pillarX" presStyleLbl="node1" presStyleIdx="1" presStyleCnt="2" custScaleX="103042" custScaleY="158730" custLinFactNeighborX="9048" custLinFactNeighborY="-34672">
        <dgm:presLayoutVars>
          <dgm:bulletEnabled val="1"/>
        </dgm:presLayoutVars>
      </dgm:prSet>
      <dgm:spPr/>
    </dgm:pt>
    <dgm:pt modelId="{D0774683-BC49-4FDA-AA68-B186B5CE6B15}" type="pres">
      <dgm:prSet presAssocID="{6750AC01-D39D-4F3A-9DC8-2A211EE986A2}" presName="base" presStyleLbl="dkBgShp" presStyleIdx="1" presStyleCnt="2" custFlipHor="1" custScaleX="30256" custScaleY="205755" custLinFactNeighborX="-35087" custLinFactNeighborY="8905"/>
      <dgm:spPr/>
    </dgm:pt>
  </dgm:ptLst>
  <dgm:cxnLst>
    <dgm:cxn modelId="{EB28E52D-3E65-46E1-9021-134D99F64BB6}" type="presOf" srcId="{6750AC01-D39D-4F3A-9DC8-2A211EE986A2}" destId="{EDAECD2E-EC97-4EB8-A76E-BE639EB876B3}" srcOrd="0" destOrd="0" presId="urn:microsoft.com/office/officeart/2005/8/layout/hList3"/>
    <dgm:cxn modelId="{4C183C5C-72D8-4C28-AE99-02B15DCA3307}" srcId="{6750AC01-D39D-4F3A-9DC8-2A211EE986A2}" destId="{4B14EAC9-9436-484E-8526-0DB0DE8FCF17}" srcOrd="1" destOrd="0" parTransId="{6CB33C75-9B9A-40D9-8169-56E7F90DABAC}" sibTransId="{461FC6B8-D93B-4D48-AC3C-82C33CA2D472}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AED3C163-FF69-4C98-BC3D-46AC9630079C}" srcId="{4B14EAC9-9436-484E-8526-0DB0DE8FCF17}" destId="{A8DBCCAB-3C13-400D-8DBA-87BAA9FA007E}" srcOrd="5" destOrd="0" parTransId="{03E434F4-D5B3-4C14-8F09-320ABE044CBA}" sibTransId="{752A64F4-C6C5-4C25-A345-908C0B63D583}"/>
    <dgm:cxn modelId="{B723CA68-FE8E-4577-9E46-D577484C5A92}" type="presOf" srcId="{A8DBCCAB-3C13-400D-8DBA-87BAA9FA007E}" destId="{53DE8352-0FDF-4CA8-94D1-9C197AAAFBD2}" srcOrd="0" destOrd="6" presId="urn:microsoft.com/office/officeart/2005/8/layout/hList3"/>
    <dgm:cxn modelId="{6D15EF48-50EC-4BA3-A9CD-8731A14F6067}" type="presOf" srcId="{62038773-9770-473A-83A1-3041D06F0286}" destId="{53DE8352-0FDF-4CA8-94D1-9C197AAAFBD2}" srcOrd="0" destOrd="4" presId="urn:microsoft.com/office/officeart/2005/8/layout/hList3"/>
    <dgm:cxn modelId="{DE34A569-40FD-423B-8DBE-E76076CF7418}" srcId="{4B14EAC9-9436-484E-8526-0DB0DE8FCF17}" destId="{EAA35AD4-70FD-4682-B4F8-B10F528358CF}" srcOrd="0" destOrd="0" parTransId="{0EF0205F-6C33-40F0-B70C-BF7CA6FB3241}" sibTransId="{4CA88147-2EA7-4412-90EE-0CE90B62CC79}"/>
    <dgm:cxn modelId="{6F606755-E519-4AB6-8801-40A614993D6C}" type="presOf" srcId="{EAA35AD4-70FD-4682-B4F8-B10F528358CF}" destId="{53DE8352-0FDF-4CA8-94D1-9C197AAAFBD2}" srcOrd="0" destOrd="1" presId="urn:microsoft.com/office/officeart/2005/8/layout/hList3"/>
    <dgm:cxn modelId="{10B9807E-EE9D-4B4B-8FBC-1D91F5D424AE}" srcId="{6750AC01-D39D-4F3A-9DC8-2A211EE986A2}" destId="{A32D90E5-1898-44C8-BE64-AE800048B14B}" srcOrd="0" destOrd="0" parTransId="{D4011BF7-EC9B-4D45-836C-DBA0CD0031AF}" sibTransId="{2729FCEE-A669-4D53-844D-72896C0C5E31}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E4CCA285-945C-49C3-B1D8-06CA089D71F7}" srcId="{4B14EAC9-9436-484E-8526-0DB0DE8FCF17}" destId="{62EC5699-78F0-4445-B167-8294BDFBEB92}" srcOrd="2" destOrd="0" parTransId="{7A91ECD4-9997-46A0-9AEF-4D4349061844}" sibTransId="{3B9D170C-B218-4FE9-9878-668F05084AB9}"/>
    <dgm:cxn modelId="{0C26C086-DDC5-4FFC-9A7C-42392071AE33}" type="presOf" srcId="{A32D90E5-1898-44C8-BE64-AE800048B14B}" destId="{E9231067-0A2F-4EE9-9751-16C6C0212004}" srcOrd="0" destOrd="0" presId="urn:microsoft.com/office/officeart/2005/8/layout/hList3"/>
    <dgm:cxn modelId="{964CA895-D093-4FA4-9B79-49468CB6BB4D}" srcId="{4B14EAC9-9436-484E-8526-0DB0DE8FCF17}" destId="{FE36C2C0-06FD-4975-B198-A6B2F95408D0}" srcOrd="1" destOrd="0" parTransId="{FA57D681-1A8C-4D62-A1FB-1F8A4D1D45C9}" sibTransId="{555B0A82-0108-4C11-8E80-171E00F35B38}"/>
    <dgm:cxn modelId="{1F0B5A99-AD3F-4287-A3E0-D0EBF5178543}" srcId="{4B14EAC9-9436-484E-8526-0DB0DE8FCF17}" destId="{62038773-9770-473A-83A1-3041D06F0286}" srcOrd="3" destOrd="0" parTransId="{7CD236BF-4733-4E8A-941D-95464D6728E3}" sibTransId="{73DCA960-49CA-41FC-91F1-F93C0978CE07}"/>
    <dgm:cxn modelId="{4C85C2C6-8F98-4ED1-BAA9-7B1B89BC9ACD}" type="presOf" srcId="{4B14EAC9-9436-484E-8526-0DB0DE8FCF17}" destId="{53DE8352-0FDF-4CA8-94D1-9C197AAAFBD2}" srcOrd="0" destOrd="0" presId="urn:microsoft.com/office/officeart/2005/8/layout/hList3"/>
    <dgm:cxn modelId="{131CE3C9-0A89-459A-B924-61B679132CE6}" type="presOf" srcId="{9E48C4C8-B902-4CC7-A9A1-E5183030462D}" destId="{53DE8352-0FDF-4CA8-94D1-9C197AAAFBD2}" srcOrd="0" destOrd="5" presId="urn:microsoft.com/office/officeart/2005/8/layout/hList3"/>
    <dgm:cxn modelId="{17C0FFEC-7ECA-43A1-BD0F-82B07F9C45E1}" type="presOf" srcId="{7E5AA53B-3EEE-4DE4-BB81-9044890C2946}" destId="{95C05D30-C653-4BE2-8ADA-D35F68F2A754}" srcOrd="0" destOrd="0" presId="urn:microsoft.com/office/officeart/2005/8/layout/hList3"/>
    <dgm:cxn modelId="{223062F3-419E-4F8D-A329-2BB2392C0B9F}" type="presOf" srcId="{FE36C2C0-06FD-4975-B198-A6B2F95408D0}" destId="{53DE8352-0FDF-4CA8-94D1-9C197AAAFBD2}" srcOrd="0" destOrd="2" presId="urn:microsoft.com/office/officeart/2005/8/layout/hList3"/>
    <dgm:cxn modelId="{C0C9ABFC-91F1-4FC5-A9AA-53B433D1526D}" srcId="{4B14EAC9-9436-484E-8526-0DB0DE8FCF17}" destId="{9E48C4C8-B902-4CC7-A9A1-E5183030462D}" srcOrd="4" destOrd="0" parTransId="{8101A62F-6767-4B18-A18E-DF00D35A42A7}" sibTransId="{3B0BCDA0-8217-45EC-8A70-58E97C32F764}"/>
    <dgm:cxn modelId="{542B6DFF-A4DC-448D-A9EB-82E17DE09671}" type="presOf" srcId="{62EC5699-78F0-4445-B167-8294BDFBEB92}" destId="{53DE8352-0FDF-4CA8-94D1-9C197AAAFBD2}" srcOrd="0" destOrd="3" presId="urn:microsoft.com/office/officeart/2005/8/layout/hList3"/>
    <dgm:cxn modelId="{2D45E73A-6CBE-471B-B4AB-1FA4E0FB3665}" type="presParOf" srcId="{95C05D30-C653-4BE2-8ADA-D35F68F2A754}" destId="{EDAECD2E-EC97-4EB8-A76E-BE639EB876B3}" srcOrd="0" destOrd="0" presId="urn:microsoft.com/office/officeart/2005/8/layout/hList3"/>
    <dgm:cxn modelId="{6D3AB481-2D8E-45BC-ABE8-2038EBC4EC3D}" type="presParOf" srcId="{95C05D30-C653-4BE2-8ADA-D35F68F2A754}" destId="{58E258E6-FF70-4256-8E29-674102686604}" srcOrd="1" destOrd="0" presId="urn:microsoft.com/office/officeart/2005/8/layout/hList3"/>
    <dgm:cxn modelId="{A0CFE20B-D22A-4234-A822-6D18A9996D0C}" type="presParOf" srcId="{58E258E6-FF70-4256-8E29-674102686604}" destId="{E9231067-0A2F-4EE9-9751-16C6C0212004}" srcOrd="0" destOrd="0" presId="urn:microsoft.com/office/officeart/2005/8/layout/hList3"/>
    <dgm:cxn modelId="{BDE6A622-6589-49AA-8A90-7EB81F8A9062}" type="presParOf" srcId="{58E258E6-FF70-4256-8E29-674102686604}" destId="{53DE8352-0FDF-4CA8-94D1-9C197AAAFBD2}" srcOrd="1" destOrd="0" presId="urn:microsoft.com/office/officeart/2005/8/layout/hList3"/>
    <dgm:cxn modelId="{83FCFDC3-FD56-432B-B722-D26F845EA114}" type="presParOf" srcId="{95C05D30-C653-4BE2-8ADA-D35F68F2A754}" destId="{D0774683-BC49-4FDA-AA68-B186B5CE6B1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921AA0-16E4-478D-8E3D-90DA7796BB08}" type="doc">
      <dgm:prSet loTypeId="urn:diagrams.loki3.com/BracketList" loCatId="list" qsTypeId="urn:microsoft.com/office/officeart/2005/8/quickstyle/simple4" qsCatId="simple" csTypeId="urn:microsoft.com/office/officeart/2005/8/colors/accent3_5" csCatId="accent3" phldr="1"/>
      <dgm:spPr/>
      <dgm:t>
        <a:bodyPr/>
        <a:lstStyle/>
        <a:p>
          <a:endParaRPr lang="en-GB"/>
        </a:p>
      </dgm:t>
    </dgm:pt>
    <dgm:pt modelId="{561B7591-8E8F-4AA4-BBE5-C3CFB40B61D2}">
      <dgm:prSet phldrT="[Text]" custT="1"/>
      <dgm:spPr/>
      <dgm:t>
        <a:bodyPr/>
        <a:lstStyle/>
        <a:p>
          <a:r>
            <a:rPr lang="en-GB" sz="1400" dirty="0"/>
            <a:t>Platform and language independent, offers greater flexibility in heterogeneous environments.</a:t>
          </a:r>
        </a:p>
      </dgm:t>
    </dgm:pt>
    <dgm:pt modelId="{5C6C72D1-0181-4775-816A-621C2612DEFE}" type="parTrans" cxnId="{A18D3FCE-10EB-460A-B34C-AE364649E0E9}">
      <dgm:prSet/>
      <dgm:spPr/>
      <dgm:t>
        <a:bodyPr/>
        <a:lstStyle/>
        <a:p>
          <a:endParaRPr lang="en-GB"/>
        </a:p>
      </dgm:t>
    </dgm:pt>
    <dgm:pt modelId="{C4382B46-949A-41FD-B451-4066646658D4}" type="sibTrans" cxnId="{A18D3FCE-10EB-460A-B34C-AE364649E0E9}">
      <dgm:prSet/>
      <dgm:spPr/>
      <dgm:t>
        <a:bodyPr/>
        <a:lstStyle/>
        <a:p>
          <a:endParaRPr lang="en-GB"/>
        </a:p>
      </dgm:t>
    </dgm:pt>
    <dgm:pt modelId="{BA5B1124-2EF9-40AE-AC48-6277E586969D}">
      <dgm:prSet phldrT="[Text]" custT="1"/>
      <dgm:spPr/>
      <dgm:t>
        <a:bodyPr/>
        <a:lstStyle/>
        <a:p>
          <a:r>
            <a:rPr lang="en-US" sz="2400" u="none" dirty="0">
              <a:solidFill>
                <a:srgbClr val="00B0F0"/>
              </a:solidFill>
            </a:rPr>
            <a:t>RMI</a:t>
          </a:r>
          <a:endParaRPr lang="en-GB" sz="2800" u="none" dirty="0">
            <a:solidFill>
              <a:srgbClr val="00B0F0"/>
            </a:solidFill>
          </a:endParaRPr>
        </a:p>
      </dgm:t>
    </dgm:pt>
    <dgm:pt modelId="{873D9E7A-460F-44D1-983B-17063ED87592}" type="sibTrans" cxnId="{F1697557-6C6C-47F9-95D5-BCAEFD5A14AB}">
      <dgm:prSet/>
      <dgm:spPr/>
      <dgm:t>
        <a:bodyPr/>
        <a:lstStyle/>
        <a:p>
          <a:endParaRPr lang="en-GB"/>
        </a:p>
      </dgm:t>
    </dgm:pt>
    <dgm:pt modelId="{F75A91B1-B5A2-4274-AA75-EB0D5D32C797}" type="parTrans" cxnId="{F1697557-6C6C-47F9-95D5-BCAEFD5A14AB}">
      <dgm:prSet/>
      <dgm:spPr/>
      <dgm:t>
        <a:bodyPr/>
        <a:lstStyle/>
        <a:p>
          <a:endParaRPr lang="en-GB"/>
        </a:p>
      </dgm:t>
    </dgm:pt>
    <dgm:pt modelId="{8D074E6D-C065-4D19-8249-CA769072276A}">
      <dgm:prSet phldrT="[Text]" custT="1"/>
      <dgm:spPr/>
      <dgm:t>
        <a:bodyPr/>
        <a:lstStyle/>
        <a:p>
          <a:r>
            <a:rPr lang="en-GB" sz="1400" dirty="0"/>
            <a:t>Simpler to implement in a Java-only environment, faster performance within Java ecosystems.</a:t>
          </a:r>
        </a:p>
      </dgm:t>
    </dgm:pt>
    <dgm:pt modelId="{32E6E1AC-4D38-401C-AB46-4BC6D115E17E}" type="sibTrans" cxnId="{86E64D09-168D-4FE2-9B65-4F6F3DE46F0E}">
      <dgm:prSet/>
      <dgm:spPr/>
      <dgm:t>
        <a:bodyPr/>
        <a:lstStyle/>
        <a:p>
          <a:endParaRPr lang="en-GB"/>
        </a:p>
      </dgm:t>
    </dgm:pt>
    <dgm:pt modelId="{71F70A06-46B6-4CA6-B9CE-584F35C76AC3}" type="parTrans" cxnId="{86E64D09-168D-4FE2-9B65-4F6F3DE46F0E}">
      <dgm:prSet/>
      <dgm:spPr/>
      <dgm:t>
        <a:bodyPr/>
        <a:lstStyle/>
        <a:p>
          <a:endParaRPr lang="en-GB"/>
        </a:p>
      </dgm:t>
    </dgm:pt>
    <dgm:pt modelId="{8FFD566C-C0FA-4EA0-97EE-2CA5E84E763C}">
      <dgm:prSet phldrT="[Text]" custT="1"/>
      <dgm:spPr/>
      <dgm:t>
        <a:bodyPr/>
        <a:lstStyle/>
        <a:p>
          <a:r>
            <a:rPr lang="en-US" sz="24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dirty="0">
            <a:solidFill>
              <a:schemeClr val="accent3">
                <a:lumMod val="20000"/>
                <a:lumOff val="80000"/>
              </a:schemeClr>
            </a:solidFill>
          </a:endParaRPr>
        </a:p>
      </dgm:t>
    </dgm:pt>
    <dgm:pt modelId="{421D58BC-55AF-48B9-B740-CEA74C63D7AC}" type="sibTrans" cxnId="{261BA2BF-7422-479E-836F-3C9EA303ECD5}">
      <dgm:prSet/>
      <dgm:spPr/>
      <dgm:t>
        <a:bodyPr/>
        <a:lstStyle/>
        <a:p>
          <a:endParaRPr lang="en-GB"/>
        </a:p>
      </dgm:t>
    </dgm:pt>
    <dgm:pt modelId="{DCD2E4A0-0F3B-4D89-8BCA-041BF87C7D94}" type="parTrans" cxnId="{261BA2BF-7422-479E-836F-3C9EA303ECD5}">
      <dgm:prSet/>
      <dgm:spPr/>
      <dgm:t>
        <a:bodyPr/>
        <a:lstStyle/>
        <a:p>
          <a:endParaRPr lang="en-GB"/>
        </a:p>
      </dgm:t>
    </dgm:pt>
    <dgm:pt modelId="{EDCA0369-68E4-44C2-8D98-D30F62035D83}" type="pres">
      <dgm:prSet presAssocID="{8C921AA0-16E4-478D-8E3D-90DA7796BB08}" presName="Name0" presStyleCnt="0">
        <dgm:presLayoutVars>
          <dgm:dir/>
          <dgm:animLvl val="lvl"/>
          <dgm:resizeHandles val="exact"/>
        </dgm:presLayoutVars>
      </dgm:prSet>
      <dgm:spPr/>
    </dgm:pt>
    <dgm:pt modelId="{DFB5FF82-74DC-4347-839F-FC3A68D5F420}" type="pres">
      <dgm:prSet presAssocID="{BA5B1124-2EF9-40AE-AC48-6277E586969D}" presName="linNode" presStyleCnt="0"/>
      <dgm:spPr/>
    </dgm:pt>
    <dgm:pt modelId="{5C405230-DD40-4FDA-9536-3968FDA0E445}" type="pres">
      <dgm:prSet presAssocID="{BA5B1124-2EF9-40AE-AC48-6277E586969D}" presName="parTx" presStyleLbl="revTx" presStyleIdx="0" presStyleCnt="2" custScaleX="124267" custScaleY="159746">
        <dgm:presLayoutVars>
          <dgm:chMax val="1"/>
          <dgm:bulletEnabled val="1"/>
        </dgm:presLayoutVars>
      </dgm:prSet>
      <dgm:spPr/>
    </dgm:pt>
    <dgm:pt modelId="{751EF25C-9BE6-4DAC-AAFC-495C568D03CA}" type="pres">
      <dgm:prSet presAssocID="{BA5B1124-2EF9-40AE-AC48-6277E586969D}" presName="bracket" presStyleLbl="parChTrans1D1" presStyleIdx="0" presStyleCnt="2"/>
      <dgm:spPr/>
    </dgm:pt>
    <dgm:pt modelId="{BD67DFC6-EFE3-4EF8-9641-969E0B1E00B1}" type="pres">
      <dgm:prSet presAssocID="{BA5B1124-2EF9-40AE-AC48-6277E586969D}" presName="spH" presStyleCnt="0"/>
      <dgm:spPr/>
    </dgm:pt>
    <dgm:pt modelId="{1088567F-8E27-4CE4-B70B-6768439C4AB4}" type="pres">
      <dgm:prSet presAssocID="{BA5B1124-2EF9-40AE-AC48-6277E586969D}" presName="desTx" presStyleLbl="node1" presStyleIdx="0" presStyleCnt="2">
        <dgm:presLayoutVars>
          <dgm:bulletEnabled val="1"/>
        </dgm:presLayoutVars>
      </dgm:prSet>
      <dgm:spPr/>
    </dgm:pt>
    <dgm:pt modelId="{BF152E09-C359-48CA-BD81-A3C90ECE5298}" type="pres">
      <dgm:prSet presAssocID="{873D9E7A-460F-44D1-983B-17063ED87592}" presName="spV" presStyleCnt="0"/>
      <dgm:spPr/>
    </dgm:pt>
    <dgm:pt modelId="{339BCC63-DDEF-4A3B-B35D-3846C7538B71}" type="pres">
      <dgm:prSet presAssocID="{8FFD566C-C0FA-4EA0-97EE-2CA5E84E763C}" presName="linNode" presStyleCnt="0"/>
      <dgm:spPr/>
    </dgm:pt>
    <dgm:pt modelId="{3E6EE94F-C81A-4F42-9327-A019B16D808A}" type="pres">
      <dgm:prSet presAssocID="{8FFD566C-C0FA-4EA0-97EE-2CA5E84E763C}" presName="parTx" presStyleLbl="revTx" presStyleIdx="1" presStyleCnt="2">
        <dgm:presLayoutVars>
          <dgm:chMax val="1"/>
          <dgm:bulletEnabled val="1"/>
        </dgm:presLayoutVars>
      </dgm:prSet>
      <dgm:spPr/>
    </dgm:pt>
    <dgm:pt modelId="{78A63261-FDF1-4578-80A1-EBCD0AB43494}" type="pres">
      <dgm:prSet presAssocID="{8FFD566C-C0FA-4EA0-97EE-2CA5E84E763C}" presName="bracket" presStyleLbl="parChTrans1D1" presStyleIdx="1" presStyleCnt="2"/>
      <dgm:spPr/>
    </dgm:pt>
    <dgm:pt modelId="{F639F48E-D3B6-434E-8FF0-3BB6F32D459C}" type="pres">
      <dgm:prSet presAssocID="{8FFD566C-C0FA-4EA0-97EE-2CA5E84E763C}" presName="spH" presStyleCnt="0"/>
      <dgm:spPr/>
    </dgm:pt>
    <dgm:pt modelId="{783E8726-904B-4952-8501-42B4A64E3E27}" type="pres">
      <dgm:prSet presAssocID="{8FFD566C-C0FA-4EA0-97EE-2CA5E84E763C}" presName="desTx" presStyleLbl="node1" presStyleIdx="1" presStyleCnt="2">
        <dgm:presLayoutVars>
          <dgm:bulletEnabled val="1"/>
        </dgm:presLayoutVars>
      </dgm:prSet>
      <dgm:spPr/>
    </dgm:pt>
  </dgm:ptLst>
  <dgm:cxnLst>
    <dgm:cxn modelId="{86E64D09-168D-4FE2-9B65-4F6F3DE46F0E}" srcId="{BA5B1124-2EF9-40AE-AC48-6277E586969D}" destId="{8D074E6D-C065-4D19-8249-CA769072276A}" srcOrd="0" destOrd="0" parTransId="{71F70A06-46B6-4CA6-B9CE-584F35C76AC3}" sibTransId="{32E6E1AC-4D38-401C-AB46-4BC6D115E17E}"/>
    <dgm:cxn modelId="{F1697557-6C6C-47F9-95D5-BCAEFD5A14AB}" srcId="{8C921AA0-16E4-478D-8E3D-90DA7796BB08}" destId="{BA5B1124-2EF9-40AE-AC48-6277E586969D}" srcOrd="0" destOrd="0" parTransId="{F75A91B1-B5A2-4274-AA75-EB0D5D32C797}" sibTransId="{873D9E7A-460F-44D1-983B-17063ED87592}"/>
    <dgm:cxn modelId="{69B357BC-E4CB-481C-90C7-BB0B4D39C55F}" type="presOf" srcId="{561B7591-8E8F-4AA4-BBE5-C3CFB40B61D2}" destId="{783E8726-904B-4952-8501-42B4A64E3E27}" srcOrd="0" destOrd="0" presId="urn:diagrams.loki3.com/BracketList"/>
    <dgm:cxn modelId="{261BA2BF-7422-479E-836F-3C9EA303ECD5}" srcId="{8C921AA0-16E4-478D-8E3D-90DA7796BB08}" destId="{8FFD566C-C0FA-4EA0-97EE-2CA5E84E763C}" srcOrd="1" destOrd="0" parTransId="{DCD2E4A0-0F3B-4D89-8BCA-041BF87C7D94}" sibTransId="{421D58BC-55AF-48B9-B740-CEA74C63D7AC}"/>
    <dgm:cxn modelId="{A6115FCA-71E1-419F-B662-C31BB51E189A}" type="presOf" srcId="{8C921AA0-16E4-478D-8E3D-90DA7796BB08}" destId="{EDCA0369-68E4-44C2-8D98-D30F62035D83}" srcOrd="0" destOrd="0" presId="urn:diagrams.loki3.com/BracketList"/>
    <dgm:cxn modelId="{A18D3FCE-10EB-460A-B34C-AE364649E0E9}" srcId="{8FFD566C-C0FA-4EA0-97EE-2CA5E84E763C}" destId="{561B7591-8E8F-4AA4-BBE5-C3CFB40B61D2}" srcOrd="0" destOrd="0" parTransId="{5C6C72D1-0181-4775-816A-621C2612DEFE}" sibTransId="{C4382B46-949A-41FD-B451-4066646658D4}"/>
    <dgm:cxn modelId="{828A57D9-E8C1-4C9C-A870-3BEF5137B471}" type="presOf" srcId="{8D074E6D-C065-4D19-8249-CA769072276A}" destId="{1088567F-8E27-4CE4-B70B-6768439C4AB4}" srcOrd="0" destOrd="0" presId="urn:diagrams.loki3.com/BracketList"/>
    <dgm:cxn modelId="{5E04A5F0-9DF3-4029-9449-05F29FF4CEDB}" type="presOf" srcId="{BA5B1124-2EF9-40AE-AC48-6277E586969D}" destId="{5C405230-DD40-4FDA-9536-3968FDA0E445}" srcOrd="0" destOrd="0" presId="urn:diagrams.loki3.com/BracketList"/>
    <dgm:cxn modelId="{C65958F9-29EE-48FC-946B-6A3330ED7706}" type="presOf" srcId="{8FFD566C-C0FA-4EA0-97EE-2CA5E84E763C}" destId="{3E6EE94F-C81A-4F42-9327-A019B16D808A}" srcOrd="0" destOrd="0" presId="urn:diagrams.loki3.com/BracketList"/>
    <dgm:cxn modelId="{DD150A28-E3BE-420D-A48E-7E5BACF1CF0B}" type="presParOf" srcId="{EDCA0369-68E4-44C2-8D98-D30F62035D83}" destId="{DFB5FF82-74DC-4347-839F-FC3A68D5F420}" srcOrd="0" destOrd="0" presId="urn:diagrams.loki3.com/BracketList"/>
    <dgm:cxn modelId="{1A3FA966-384E-4F59-BCC8-BE49B4E327F9}" type="presParOf" srcId="{DFB5FF82-74DC-4347-839F-FC3A68D5F420}" destId="{5C405230-DD40-4FDA-9536-3968FDA0E445}" srcOrd="0" destOrd="0" presId="urn:diagrams.loki3.com/BracketList"/>
    <dgm:cxn modelId="{C00C4A5A-DF30-4524-ACD0-53C92B974D54}" type="presParOf" srcId="{DFB5FF82-74DC-4347-839F-FC3A68D5F420}" destId="{751EF25C-9BE6-4DAC-AAFC-495C568D03CA}" srcOrd="1" destOrd="0" presId="urn:diagrams.loki3.com/BracketList"/>
    <dgm:cxn modelId="{52BFE1BA-2A0E-4447-8D0B-E4F00DEADA9C}" type="presParOf" srcId="{DFB5FF82-74DC-4347-839F-FC3A68D5F420}" destId="{BD67DFC6-EFE3-4EF8-9641-969E0B1E00B1}" srcOrd="2" destOrd="0" presId="urn:diagrams.loki3.com/BracketList"/>
    <dgm:cxn modelId="{BE2F6103-9A69-4AEB-BED7-002EDA81EB62}" type="presParOf" srcId="{DFB5FF82-74DC-4347-839F-FC3A68D5F420}" destId="{1088567F-8E27-4CE4-B70B-6768439C4AB4}" srcOrd="3" destOrd="0" presId="urn:diagrams.loki3.com/BracketList"/>
    <dgm:cxn modelId="{9E362520-94A2-4951-8564-51BB99396E26}" type="presParOf" srcId="{EDCA0369-68E4-44C2-8D98-D30F62035D83}" destId="{BF152E09-C359-48CA-BD81-A3C90ECE5298}" srcOrd="1" destOrd="0" presId="urn:diagrams.loki3.com/BracketList"/>
    <dgm:cxn modelId="{DA6894E5-1DEA-47D3-88E1-7E7757769DF3}" type="presParOf" srcId="{EDCA0369-68E4-44C2-8D98-D30F62035D83}" destId="{339BCC63-DDEF-4A3B-B35D-3846C7538B71}" srcOrd="2" destOrd="0" presId="urn:diagrams.loki3.com/BracketList"/>
    <dgm:cxn modelId="{C2234227-1338-4C21-8B0D-38ED428862B8}" type="presParOf" srcId="{339BCC63-DDEF-4A3B-B35D-3846C7538B71}" destId="{3E6EE94F-C81A-4F42-9327-A019B16D808A}" srcOrd="0" destOrd="0" presId="urn:diagrams.loki3.com/BracketList"/>
    <dgm:cxn modelId="{188ECE75-142F-44A1-9F42-7690F2CFFFBD}" type="presParOf" srcId="{339BCC63-DDEF-4A3B-B35D-3846C7538B71}" destId="{78A63261-FDF1-4578-80A1-EBCD0AB43494}" srcOrd="1" destOrd="0" presId="urn:diagrams.loki3.com/BracketList"/>
    <dgm:cxn modelId="{5AAA86D5-FD7A-415E-B5B4-8B8B2EE26143}" type="presParOf" srcId="{339BCC63-DDEF-4A3B-B35D-3846C7538B71}" destId="{F639F48E-D3B6-434E-8FF0-3BB6F32D459C}" srcOrd="2" destOrd="0" presId="urn:diagrams.loki3.com/BracketList"/>
    <dgm:cxn modelId="{75866005-EBE4-4AE1-AE54-EC8250582ED9}" type="presParOf" srcId="{339BCC63-DDEF-4A3B-B35D-3846C7538B71}" destId="{783E8726-904B-4952-8501-42B4A64E3E2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921AA0-16E4-478D-8E3D-90DA7796BB08}" type="doc">
      <dgm:prSet loTypeId="urn:diagrams.loki3.com/BracketList" loCatId="list" qsTypeId="urn:microsoft.com/office/officeart/2005/8/quickstyle/simple4" qsCatId="simple" csTypeId="urn:microsoft.com/office/officeart/2005/8/colors/accent3_5" csCatId="accent3" phldr="1"/>
      <dgm:spPr/>
      <dgm:t>
        <a:bodyPr/>
        <a:lstStyle/>
        <a:p>
          <a:endParaRPr lang="en-GB"/>
        </a:p>
      </dgm:t>
    </dgm:pt>
    <dgm:pt modelId="{561B7591-8E8F-4AA4-BBE5-C3CFB40B61D2}">
      <dgm:prSet phldrT="[Text]" custT="1"/>
      <dgm:spPr/>
      <dgm:t>
        <a:bodyPr/>
        <a:lstStyle/>
        <a:p>
          <a:r>
            <a:rPr lang="en-GB" sz="1400" dirty="0"/>
            <a:t>More complex and may involve higher overhead for smaller-scale applications.</a:t>
          </a:r>
        </a:p>
      </dgm:t>
    </dgm:pt>
    <dgm:pt modelId="{5C6C72D1-0181-4775-816A-621C2612DEFE}" type="parTrans" cxnId="{A18D3FCE-10EB-460A-B34C-AE364649E0E9}">
      <dgm:prSet/>
      <dgm:spPr/>
      <dgm:t>
        <a:bodyPr/>
        <a:lstStyle/>
        <a:p>
          <a:endParaRPr lang="en-GB"/>
        </a:p>
      </dgm:t>
    </dgm:pt>
    <dgm:pt modelId="{C4382B46-949A-41FD-B451-4066646658D4}" type="sibTrans" cxnId="{A18D3FCE-10EB-460A-B34C-AE364649E0E9}">
      <dgm:prSet/>
      <dgm:spPr/>
      <dgm:t>
        <a:bodyPr/>
        <a:lstStyle/>
        <a:p>
          <a:endParaRPr lang="en-GB"/>
        </a:p>
      </dgm:t>
    </dgm:pt>
    <dgm:pt modelId="{BA5B1124-2EF9-40AE-AC48-6277E586969D}">
      <dgm:prSet phldrT="[Text]" custT="1"/>
      <dgm:spPr/>
      <dgm:t>
        <a:bodyPr/>
        <a:lstStyle/>
        <a:p>
          <a:r>
            <a:rPr lang="en-US" sz="2400" u="none" dirty="0">
              <a:solidFill>
                <a:srgbClr val="00B0F0"/>
              </a:solidFill>
            </a:rPr>
            <a:t>RMI</a:t>
          </a:r>
          <a:endParaRPr lang="en-GB" sz="2800" u="none" dirty="0">
            <a:solidFill>
              <a:srgbClr val="00B0F0"/>
            </a:solidFill>
          </a:endParaRPr>
        </a:p>
      </dgm:t>
    </dgm:pt>
    <dgm:pt modelId="{873D9E7A-460F-44D1-983B-17063ED87592}" type="sibTrans" cxnId="{F1697557-6C6C-47F9-95D5-BCAEFD5A14AB}">
      <dgm:prSet/>
      <dgm:spPr/>
      <dgm:t>
        <a:bodyPr/>
        <a:lstStyle/>
        <a:p>
          <a:endParaRPr lang="en-GB"/>
        </a:p>
      </dgm:t>
    </dgm:pt>
    <dgm:pt modelId="{F75A91B1-B5A2-4274-AA75-EB0D5D32C797}" type="parTrans" cxnId="{F1697557-6C6C-47F9-95D5-BCAEFD5A14AB}">
      <dgm:prSet/>
      <dgm:spPr/>
      <dgm:t>
        <a:bodyPr/>
        <a:lstStyle/>
        <a:p>
          <a:endParaRPr lang="en-GB"/>
        </a:p>
      </dgm:t>
    </dgm:pt>
    <dgm:pt modelId="{8D074E6D-C065-4D19-8249-CA769072276A}">
      <dgm:prSet phldrT="[Text]" custT="1"/>
      <dgm:spPr/>
      <dgm:t>
        <a:bodyPr/>
        <a:lstStyle/>
        <a:p>
          <a:r>
            <a:rPr lang="en-GB" sz="1400" dirty="0"/>
            <a:t>Limited to Java, not suitable for applications that need to support multiple languages or platforms.</a:t>
          </a:r>
        </a:p>
      </dgm:t>
    </dgm:pt>
    <dgm:pt modelId="{32E6E1AC-4D38-401C-AB46-4BC6D115E17E}" type="sibTrans" cxnId="{86E64D09-168D-4FE2-9B65-4F6F3DE46F0E}">
      <dgm:prSet/>
      <dgm:spPr/>
      <dgm:t>
        <a:bodyPr/>
        <a:lstStyle/>
        <a:p>
          <a:endParaRPr lang="en-GB"/>
        </a:p>
      </dgm:t>
    </dgm:pt>
    <dgm:pt modelId="{71F70A06-46B6-4CA6-B9CE-584F35C76AC3}" type="parTrans" cxnId="{86E64D09-168D-4FE2-9B65-4F6F3DE46F0E}">
      <dgm:prSet/>
      <dgm:spPr/>
      <dgm:t>
        <a:bodyPr/>
        <a:lstStyle/>
        <a:p>
          <a:endParaRPr lang="en-GB"/>
        </a:p>
      </dgm:t>
    </dgm:pt>
    <dgm:pt modelId="{8FFD566C-C0FA-4EA0-97EE-2CA5E84E763C}">
      <dgm:prSet phldrT="[Text]" custT="1"/>
      <dgm:spPr/>
      <dgm:t>
        <a:bodyPr/>
        <a:lstStyle/>
        <a:p>
          <a:r>
            <a:rPr lang="en-US" sz="24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dirty="0">
            <a:solidFill>
              <a:schemeClr val="accent3">
                <a:lumMod val="20000"/>
                <a:lumOff val="80000"/>
              </a:schemeClr>
            </a:solidFill>
          </a:endParaRPr>
        </a:p>
      </dgm:t>
    </dgm:pt>
    <dgm:pt modelId="{421D58BC-55AF-48B9-B740-CEA74C63D7AC}" type="sibTrans" cxnId="{261BA2BF-7422-479E-836F-3C9EA303ECD5}">
      <dgm:prSet/>
      <dgm:spPr/>
      <dgm:t>
        <a:bodyPr/>
        <a:lstStyle/>
        <a:p>
          <a:endParaRPr lang="en-GB"/>
        </a:p>
      </dgm:t>
    </dgm:pt>
    <dgm:pt modelId="{DCD2E4A0-0F3B-4D89-8BCA-041BF87C7D94}" type="parTrans" cxnId="{261BA2BF-7422-479E-836F-3C9EA303ECD5}">
      <dgm:prSet/>
      <dgm:spPr/>
      <dgm:t>
        <a:bodyPr/>
        <a:lstStyle/>
        <a:p>
          <a:endParaRPr lang="en-GB"/>
        </a:p>
      </dgm:t>
    </dgm:pt>
    <dgm:pt modelId="{EDCA0369-68E4-44C2-8D98-D30F62035D83}" type="pres">
      <dgm:prSet presAssocID="{8C921AA0-16E4-478D-8E3D-90DA7796BB08}" presName="Name0" presStyleCnt="0">
        <dgm:presLayoutVars>
          <dgm:dir/>
          <dgm:animLvl val="lvl"/>
          <dgm:resizeHandles val="exact"/>
        </dgm:presLayoutVars>
      </dgm:prSet>
      <dgm:spPr/>
    </dgm:pt>
    <dgm:pt modelId="{DFB5FF82-74DC-4347-839F-FC3A68D5F420}" type="pres">
      <dgm:prSet presAssocID="{BA5B1124-2EF9-40AE-AC48-6277E586969D}" presName="linNode" presStyleCnt="0"/>
      <dgm:spPr/>
    </dgm:pt>
    <dgm:pt modelId="{5C405230-DD40-4FDA-9536-3968FDA0E445}" type="pres">
      <dgm:prSet presAssocID="{BA5B1124-2EF9-40AE-AC48-6277E586969D}" presName="parTx" presStyleLbl="revTx" presStyleIdx="0" presStyleCnt="2" custScaleX="124267" custScaleY="159746">
        <dgm:presLayoutVars>
          <dgm:chMax val="1"/>
          <dgm:bulletEnabled val="1"/>
        </dgm:presLayoutVars>
      </dgm:prSet>
      <dgm:spPr/>
    </dgm:pt>
    <dgm:pt modelId="{751EF25C-9BE6-4DAC-AAFC-495C568D03CA}" type="pres">
      <dgm:prSet presAssocID="{BA5B1124-2EF9-40AE-AC48-6277E586969D}" presName="bracket" presStyleLbl="parChTrans1D1" presStyleIdx="0" presStyleCnt="2"/>
      <dgm:spPr/>
    </dgm:pt>
    <dgm:pt modelId="{BD67DFC6-EFE3-4EF8-9641-969E0B1E00B1}" type="pres">
      <dgm:prSet presAssocID="{BA5B1124-2EF9-40AE-AC48-6277E586969D}" presName="spH" presStyleCnt="0"/>
      <dgm:spPr/>
    </dgm:pt>
    <dgm:pt modelId="{1088567F-8E27-4CE4-B70B-6768439C4AB4}" type="pres">
      <dgm:prSet presAssocID="{BA5B1124-2EF9-40AE-AC48-6277E586969D}" presName="desTx" presStyleLbl="node1" presStyleIdx="0" presStyleCnt="2">
        <dgm:presLayoutVars>
          <dgm:bulletEnabled val="1"/>
        </dgm:presLayoutVars>
      </dgm:prSet>
      <dgm:spPr/>
    </dgm:pt>
    <dgm:pt modelId="{BF152E09-C359-48CA-BD81-A3C90ECE5298}" type="pres">
      <dgm:prSet presAssocID="{873D9E7A-460F-44D1-983B-17063ED87592}" presName="spV" presStyleCnt="0"/>
      <dgm:spPr/>
    </dgm:pt>
    <dgm:pt modelId="{339BCC63-DDEF-4A3B-B35D-3846C7538B71}" type="pres">
      <dgm:prSet presAssocID="{8FFD566C-C0FA-4EA0-97EE-2CA5E84E763C}" presName="linNode" presStyleCnt="0"/>
      <dgm:spPr/>
    </dgm:pt>
    <dgm:pt modelId="{3E6EE94F-C81A-4F42-9327-A019B16D808A}" type="pres">
      <dgm:prSet presAssocID="{8FFD566C-C0FA-4EA0-97EE-2CA5E84E763C}" presName="parTx" presStyleLbl="revTx" presStyleIdx="1" presStyleCnt="2">
        <dgm:presLayoutVars>
          <dgm:chMax val="1"/>
          <dgm:bulletEnabled val="1"/>
        </dgm:presLayoutVars>
      </dgm:prSet>
      <dgm:spPr/>
    </dgm:pt>
    <dgm:pt modelId="{78A63261-FDF1-4578-80A1-EBCD0AB43494}" type="pres">
      <dgm:prSet presAssocID="{8FFD566C-C0FA-4EA0-97EE-2CA5E84E763C}" presName="bracket" presStyleLbl="parChTrans1D1" presStyleIdx="1" presStyleCnt="2"/>
      <dgm:spPr/>
    </dgm:pt>
    <dgm:pt modelId="{F639F48E-D3B6-434E-8FF0-3BB6F32D459C}" type="pres">
      <dgm:prSet presAssocID="{8FFD566C-C0FA-4EA0-97EE-2CA5E84E763C}" presName="spH" presStyleCnt="0"/>
      <dgm:spPr/>
    </dgm:pt>
    <dgm:pt modelId="{783E8726-904B-4952-8501-42B4A64E3E27}" type="pres">
      <dgm:prSet presAssocID="{8FFD566C-C0FA-4EA0-97EE-2CA5E84E763C}" presName="desTx" presStyleLbl="node1" presStyleIdx="1" presStyleCnt="2">
        <dgm:presLayoutVars>
          <dgm:bulletEnabled val="1"/>
        </dgm:presLayoutVars>
      </dgm:prSet>
      <dgm:spPr/>
    </dgm:pt>
  </dgm:ptLst>
  <dgm:cxnLst>
    <dgm:cxn modelId="{86E64D09-168D-4FE2-9B65-4F6F3DE46F0E}" srcId="{BA5B1124-2EF9-40AE-AC48-6277E586969D}" destId="{8D074E6D-C065-4D19-8249-CA769072276A}" srcOrd="0" destOrd="0" parTransId="{71F70A06-46B6-4CA6-B9CE-584F35C76AC3}" sibTransId="{32E6E1AC-4D38-401C-AB46-4BC6D115E17E}"/>
    <dgm:cxn modelId="{F1697557-6C6C-47F9-95D5-BCAEFD5A14AB}" srcId="{8C921AA0-16E4-478D-8E3D-90DA7796BB08}" destId="{BA5B1124-2EF9-40AE-AC48-6277E586969D}" srcOrd="0" destOrd="0" parTransId="{F75A91B1-B5A2-4274-AA75-EB0D5D32C797}" sibTransId="{873D9E7A-460F-44D1-983B-17063ED87592}"/>
    <dgm:cxn modelId="{69B357BC-E4CB-481C-90C7-BB0B4D39C55F}" type="presOf" srcId="{561B7591-8E8F-4AA4-BBE5-C3CFB40B61D2}" destId="{783E8726-904B-4952-8501-42B4A64E3E27}" srcOrd="0" destOrd="0" presId="urn:diagrams.loki3.com/BracketList"/>
    <dgm:cxn modelId="{261BA2BF-7422-479E-836F-3C9EA303ECD5}" srcId="{8C921AA0-16E4-478D-8E3D-90DA7796BB08}" destId="{8FFD566C-C0FA-4EA0-97EE-2CA5E84E763C}" srcOrd="1" destOrd="0" parTransId="{DCD2E4A0-0F3B-4D89-8BCA-041BF87C7D94}" sibTransId="{421D58BC-55AF-48B9-B740-CEA74C63D7AC}"/>
    <dgm:cxn modelId="{A6115FCA-71E1-419F-B662-C31BB51E189A}" type="presOf" srcId="{8C921AA0-16E4-478D-8E3D-90DA7796BB08}" destId="{EDCA0369-68E4-44C2-8D98-D30F62035D83}" srcOrd="0" destOrd="0" presId="urn:diagrams.loki3.com/BracketList"/>
    <dgm:cxn modelId="{A18D3FCE-10EB-460A-B34C-AE364649E0E9}" srcId="{8FFD566C-C0FA-4EA0-97EE-2CA5E84E763C}" destId="{561B7591-8E8F-4AA4-BBE5-C3CFB40B61D2}" srcOrd="0" destOrd="0" parTransId="{5C6C72D1-0181-4775-816A-621C2612DEFE}" sibTransId="{C4382B46-949A-41FD-B451-4066646658D4}"/>
    <dgm:cxn modelId="{828A57D9-E8C1-4C9C-A870-3BEF5137B471}" type="presOf" srcId="{8D074E6D-C065-4D19-8249-CA769072276A}" destId="{1088567F-8E27-4CE4-B70B-6768439C4AB4}" srcOrd="0" destOrd="0" presId="urn:diagrams.loki3.com/BracketList"/>
    <dgm:cxn modelId="{5E04A5F0-9DF3-4029-9449-05F29FF4CEDB}" type="presOf" srcId="{BA5B1124-2EF9-40AE-AC48-6277E586969D}" destId="{5C405230-DD40-4FDA-9536-3968FDA0E445}" srcOrd="0" destOrd="0" presId="urn:diagrams.loki3.com/BracketList"/>
    <dgm:cxn modelId="{C65958F9-29EE-48FC-946B-6A3330ED7706}" type="presOf" srcId="{8FFD566C-C0FA-4EA0-97EE-2CA5E84E763C}" destId="{3E6EE94F-C81A-4F42-9327-A019B16D808A}" srcOrd="0" destOrd="0" presId="urn:diagrams.loki3.com/BracketList"/>
    <dgm:cxn modelId="{DD150A28-E3BE-420D-A48E-7E5BACF1CF0B}" type="presParOf" srcId="{EDCA0369-68E4-44C2-8D98-D30F62035D83}" destId="{DFB5FF82-74DC-4347-839F-FC3A68D5F420}" srcOrd="0" destOrd="0" presId="urn:diagrams.loki3.com/BracketList"/>
    <dgm:cxn modelId="{1A3FA966-384E-4F59-BCC8-BE49B4E327F9}" type="presParOf" srcId="{DFB5FF82-74DC-4347-839F-FC3A68D5F420}" destId="{5C405230-DD40-4FDA-9536-3968FDA0E445}" srcOrd="0" destOrd="0" presId="urn:diagrams.loki3.com/BracketList"/>
    <dgm:cxn modelId="{C00C4A5A-DF30-4524-ACD0-53C92B974D54}" type="presParOf" srcId="{DFB5FF82-74DC-4347-839F-FC3A68D5F420}" destId="{751EF25C-9BE6-4DAC-AAFC-495C568D03CA}" srcOrd="1" destOrd="0" presId="urn:diagrams.loki3.com/BracketList"/>
    <dgm:cxn modelId="{52BFE1BA-2A0E-4447-8D0B-E4F00DEADA9C}" type="presParOf" srcId="{DFB5FF82-74DC-4347-839F-FC3A68D5F420}" destId="{BD67DFC6-EFE3-4EF8-9641-969E0B1E00B1}" srcOrd="2" destOrd="0" presId="urn:diagrams.loki3.com/BracketList"/>
    <dgm:cxn modelId="{BE2F6103-9A69-4AEB-BED7-002EDA81EB62}" type="presParOf" srcId="{DFB5FF82-74DC-4347-839F-FC3A68D5F420}" destId="{1088567F-8E27-4CE4-B70B-6768439C4AB4}" srcOrd="3" destOrd="0" presId="urn:diagrams.loki3.com/BracketList"/>
    <dgm:cxn modelId="{9E362520-94A2-4951-8564-51BB99396E26}" type="presParOf" srcId="{EDCA0369-68E4-44C2-8D98-D30F62035D83}" destId="{BF152E09-C359-48CA-BD81-A3C90ECE5298}" srcOrd="1" destOrd="0" presId="urn:diagrams.loki3.com/BracketList"/>
    <dgm:cxn modelId="{DA6894E5-1DEA-47D3-88E1-7E7757769DF3}" type="presParOf" srcId="{EDCA0369-68E4-44C2-8D98-D30F62035D83}" destId="{339BCC63-DDEF-4A3B-B35D-3846C7538B71}" srcOrd="2" destOrd="0" presId="urn:diagrams.loki3.com/BracketList"/>
    <dgm:cxn modelId="{C2234227-1338-4C21-8B0D-38ED428862B8}" type="presParOf" srcId="{339BCC63-DDEF-4A3B-B35D-3846C7538B71}" destId="{3E6EE94F-C81A-4F42-9327-A019B16D808A}" srcOrd="0" destOrd="0" presId="urn:diagrams.loki3.com/BracketList"/>
    <dgm:cxn modelId="{188ECE75-142F-44A1-9F42-7690F2CFFFBD}" type="presParOf" srcId="{339BCC63-DDEF-4A3B-B35D-3846C7538B71}" destId="{78A63261-FDF1-4578-80A1-EBCD0AB43494}" srcOrd="1" destOrd="0" presId="urn:diagrams.loki3.com/BracketList"/>
    <dgm:cxn modelId="{5AAA86D5-FD7A-415E-B5B4-8B8B2EE26143}" type="presParOf" srcId="{339BCC63-DDEF-4A3B-B35D-3846C7538B71}" destId="{F639F48E-D3B6-434E-8FF0-3BB6F32D459C}" srcOrd="2" destOrd="0" presId="urn:diagrams.loki3.com/BracketList"/>
    <dgm:cxn modelId="{75866005-EBE4-4AE1-AE54-EC8250582ED9}" type="presParOf" srcId="{339BCC63-DDEF-4A3B-B35D-3846C7538B71}" destId="{783E8726-904B-4952-8501-42B4A64E3E27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ECD2E-EC97-4EB8-A76E-BE639EB876B3}">
      <dsp:nvSpPr>
        <dsp:cNvPr id="0" name=""/>
        <dsp:cNvSpPr/>
      </dsp:nvSpPr>
      <dsp:spPr>
        <a:xfrm>
          <a:off x="0" y="-276690"/>
          <a:ext cx="10629899" cy="144360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36220" tIns="236220" rIns="236220" bIns="236220" numCol="1" spcCol="1270" rtlCol="0" anchor="ctr" anchorCtr="0">
          <a:noAutofit/>
        </a:bodyPr>
        <a:lstStyle/>
        <a:p>
          <a:pPr marL="0" lvl="0" indent="0" algn="ctr" defTabSz="2755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200" kern="1200" noProof="0" dirty="0"/>
            <a:t>	</a:t>
          </a:r>
        </a:p>
      </dsp:txBody>
      <dsp:txXfrm>
        <a:off x="0" y="-276690"/>
        <a:ext cx="10629899" cy="1443609"/>
      </dsp:txXfrm>
    </dsp:sp>
    <dsp:sp modelId="{E9231067-0A2F-4EE9-9751-16C6C0212004}">
      <dsp:nvSpPr>
        <dsp:cNvPr id="0" name=""/>
        <dsp:cNvSpPr/>
      </dsp:nvSpPr>
      <dsp:spPr>
        <a:xfrm>
          <a:off x="1235" y="1037864"/>
          <a:ext cx="3214723" cy="303157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b="1" kern="1200" dirty="0"/>
            <a:t>Platform Dependence</a:t>
          </a:r>
          <a:endParaRPr lang="en-GB" sz="3600" kern="1200" dirty="0"/>
        </a:p>
      </dsp:txBody>
      <dsp:txXfrm>
        <a:off x="1235" y="1037864"/>
        <a:ext cx="3214723" cy="3031578"/>
      </dsp:txXfrm>
    </dsp:sp>
    <dsp:sp modelId="{53DE8352-0FDF-4CA8-94D1-9C197AAAFBD2}">
      <dsp:nvSpPr>
        <dsp:cNvPr id="0" name=""/>
        <dsp:cNvSpPr/>
      </dsp:nvSpPr>
      <dsp:spPr>
        <a:xfrm>
          <a:off x="3217194" y="0"/>
          <a:ext cx="7412704" cy="481202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3200" b="1" kern="1200" dirty="0"/>
            <a:t>RMI</a:t>
          </a:r>
          <a:r>
            <a:rPr lang="en-GB" sz="3200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RMI is platform-dependent and works only on systems that have Java Runtime Environments (JRE).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It is more suitable for applications that are primarily written in Java and run in Java environments.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endParaRPr lang="en-GB" sz="20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3200" b="1" kern="1200" dirty="0"/>
            <a:t>CORBA</a:t>
          </a:r>
          <a:r>
            <a:rPr lang="en-GB" sz="3600" kern="1200" dirty="0"/>
            <a:t>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CORBA is designed to be platform-independent, meaning it can be used on systems running different operating systems (Windows, Linux, etc.), as long as they support CORBA.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2000" kern="1200" dirty="0"/>
            <a:t>It offers greater flexibility for heterogeneous environments.</a:t>
          </a:r>
        </a:p>
      </dsp:txBody>
      <dsp:txXfrm>
        <a:off x="3217194" y="0"/>
        <a:ext cx="7412704" cy="4812025"/>
      </dsp:txXfrm>
    </dsp:sp>
    <dsp:sp modelId="{D0774683-BC49-4FDA-AA68-B186B5CE6B15}">
      <dsp:nvSpPr>
        <dsp:cNvPr id="0" name=""/>
        <dsp:cNvSpPr/>
      </dsp:nvSpPr>
      <dsp:spPr>
        <a:xfrm flipH="1">
          <a:off x="0" y="4050379"/>
          <a:ext cx="3216182" cy="69306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05230-DD40-4FDA-9536-3968FDA0E445}">
      <dsp:nvSpPr>
        <dsp:cNvPr id="0" name=""/>
        <dsp:cNvSpPr/>
      </dsp:nvSpPr>
      <dsp:spPr>
        <a:xfrm>
          <a:off x="0" y="9676"/>
          <a:ext cx="1521466" cy="98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none" kern="1200" dirty="0">
              <a:solidFill>
                <a:srgbClr val="00B0F0"/>
              </a:solidFill>
            </a:rPr>
            <a:t>RMI</a:t>
          </a:r>
          <a:endParaRPr lang="en-GB" sz="2800" u="none" kern="1200" dirty="0">
            <a:solidFill>
              <a:srgbClr val="00B0F0"/>
            </a:solidFill>
          </a:endParaRPr>
        </a:p>
      </dsp:txBody>
      <dsp:txXfrm>
        <a:off x="0" y="9676"/>
        <a:ext cx="1521466" cy="980520"/>
      </dsp:txXfrm>
    </dsp:sp>
    <dsp:sp modelId="{751EF25C-9BE6-4DAC-AAFC-495C568D03CA}">
      <dsp:nvSpPr>
        <dsp:cNvPr id="0" name=""/>
        <dsp:cNvSpPr/>
      </dsp:nvSpPr>
      <dsp:spPr>
        <a:xfrm>
          <a:off x="1521466" y="145083"/>
          <a:ext cx="244870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8567F-8E27-4CE4-B70B-6768439C4AB4}">
      <dsp:nvSpPr>
        <dsp:cNvPr id="0" name=""/>
        <dsp:cNvSpPr/>
      </dsp:nvSpPr>
      <dsp:spPr>
        <a:xfrm>
          <a:off x="1864285" y="145083"/>
          <a:ext cx="3330240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Simpler to implement in a Java-only environment, faster performance within Java ecosystems.</a:t>
          </a:r>
        </a:p>
      </dsp:txBody>
      <dsp:txXfrm>
        <a:off x="1864285" y="145083"/>
        <a:ext cx="3330240" cy="709706"/>
      </dsp:txXfrm>
    </dsp:sp>
    <dsp:sp modelId="{3E6EE94F-C81A-4F42-9327-A019B16D808A}">
      <dsp:nvSpPr>
        <dsp:cNvPr id="0" name=""/>
        <dsp:cNvSpPr/>
      </dsp:nvSpPr>
      <dsp:spPr>
        <a:xfrm>
          <a:off x="0" y="1149750"/>
          <a:ext cx="1299209" cy="613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kern="1200" dirty="0">
            <a:solidFill>
              <a:schemeClr val="accent3">
                <a:lumMod val="20000"/>
                <a:lumOff val="80000"/>
              </a:schemeClr>
            </a:solidFill>
          </a:endParaRPr>
        </a:p>
      </dsp:txBody>
      <dsp:txXfrm>
        <a:off x="0" y="1149750"/>
        <a:ext cx="1299209" cy="613800"/>
      </dsp:txXfrm>
    </dsp:sp>
    <dsp:sp modelId="{78A63261-FDF1-4578-80A1-EBCD0AB43494}">
      <dsp:nvSpPr>
        <dsp:cNvPr id="0" name=""/>
        <dsp:cNvSpPr/>
      </dsp:nvSpPr>
      <dsp:spPr>
        <a:xfrm>
          <a:off x="1299209" y="1101797"/>
          <a:ext cx="259842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3E8726-904B-4952-8501-42B4A64E3E27}">
      <dsp:nvSpPr>
        <dsp:cNvPr id="0" name=""/>
        <dsp:cNvSpPr/>
      </dsp:nvSpPr>
      <dsp:spPr>
        <a:xfrm>
          <a:off x="1662988" y="1101797"/>
          <a:ext cx="3533851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Platform and language independent, offers greater flexibility in heterogeneous environments.</a:t>
          </a:r>
        </a:p>
      </dsp:txBody>
      <dsp:txXfrm>
        <a:off x="1662988" y="1101797"/>
        <a:ext cx="3533851" cy="7097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05230-DD40-4FDA-9536-3968FDA0E445}">
      <dsp:nvSpPr>
        <dsp:cNvPr id="0" name=""/>
        <dsp:cNvSpPr/>
      </dsp:nvSpPr>
      <dsp:spPr>
        <a:xfrm>
          <a:off x="0" y="9676"/>
          <a:ext cx="1521466" cy="98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none" kern="1200" dirty="0">
              <a:solidFill>
                <a:srgbClr val="00B0F0"/>
              </a:solidFill>
            </a:rPr>
            <a:t>RMI</a:t>
          </a:r>
          <a:endParaRPr lang="en-GB" sz="2800" u="none" kern="1200" dirty="0">
            <a:solidFill>
              <a:srgbClr val="00B0F0"/>
            </a:solidFill>
          </a:endParaRPr>
        </a:p>
      </dsp:txBody>
      <dsp:txXfrm>
        <a:off x="0" y="9676"/>
        <a:ext cx="1521466" cy="980520"/>
      </dsp:txXfrm>
    </dsp:sp>
    <dsp:sp modelId="{751EF25C-9BE6-4DAC-AAFC-495C568D03CA}">
      <dsp:nvSpPr>
        <dsp:cNvPr id="0" name=""/>
        <dsp:cNvSpPr/>
      </dsp:nvSpPr>
      <dsp:spPr>
        <a:xfrm>
          <a:off x="1521466" y="145083"/>
          <a:ext cx="244870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8567F-8E27-4CE4-B70B-6768439C4AB4}">
      <dsp:nvSpPr>
        <dsp:cNvPr id="0" name=""/>
        <dsp:cNvSpPr/>
      </dsp:nvSpPr>
      <dsp:spPr>
        <a:xfrm>
          <a:off x="1864285" y="145083"/>
          <a:ext cx="3330240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Limited to Java, not suitable for applications that need to support multiple languages or platforms.</a:t>
          </a:r>
        </a:p>
      </dsp:txBody>
      <dsp:txXfrm>
        <a:off x="1864285" y="145083"/>
        <a:ext cx="3330240" cy="709706"/>
      </dsp:txXfrm>
    </dsp:sp>
    <dsp:sp modelId="{3E6EE94F-C81A-4F42-9327-A019B16D808A}">
      <dsp:nvSpPr>
        <dsp:cNvPr id="0" name=""/>
        <dsp:cNvSpPr/>
      </dsp:nvSpPr>
      <dsp:spPr>
        <a:xfrm>
          <a:off x="0" y="1149750"/>
          <a:ext cx="1299209" cy="613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60960" rIns="170688" bIns="60960" numCol="1" spcCol="1270" anchor="ctr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accent3">
                  <a:lumMod val="20000"/>
                  <a:lumOff val="80000"/>
                </a:schemeClr>
              </a:solidFill>
            </a:rPr>
            <a:t>CORBA</a:t>
          </a:r>
          <a:endParaRPr lang="en-GB" sz="1300" kern="1200" dirty="0">
            <a:solidFill>
              <a:schemeClr val="accent3">
                <a:lumMod val="20000"/>
                <a:lumOff val="80000"/>
              </a:schemeClr>
            </a:solidFill>
          </a:endParaRPr>
        </a:p>
      </dsp:txBody>
      <dsp:txXfrm>
        <a:off x="0" y="1149750"/>
        <a:ext cx="1299209" cy="613800"/>
      </dsp:txXfrm>
    </dsp:sp>
    <dsp:sp modelId="{78A63261-FDF1-4578-80A1-EBCD0AB43494}">
      <dsp:nvSpPr>
        <dsp:cNvPr id="0" name=""/>
        <dsp:cNvSpPr/>
      </dsp:nvSpPr>
      <dsp:spPr>
        <a:xfrm>
          <a:off x="1299209" y="1101797"/>
          <a:ext cx="259842" cy="709706"/>
        </a:xfrm>
        <a:prstGeom prst="leftBrace">
          <a:avLst>
            <a:gd name="adj1" fmla="val 35000"/>
            <a:gd name="adj2" fmla="val 50000"/>
          </a:avLst>
        </a:prstGeom>
        <a:noFill/>
        <a:ln w="9525" cap="rnd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3E8726-904B-4952-8501-42B4A64E3E27}">
      <dsp:nvSpPr>
        <dsp:cNvPr id="0" name=""/>
        <dsp:cNvSpPr/>
      </dsp:nvSpPr>
      <dsp:spPr>
        <a:xfrm>
          <a:off x="1662988" y="1101797"/>
          <a:ext cx="3533851" cy="709706"/>
        </a:xfrm>
        <a:prstGeom prst="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More complex and may involve higher overhead for smaller-scale applications.</a:t>
          </a:r>
        </a:p>
      </dsp:txBody>
      <dsp:txXfrm>
        <a:off x="1662988" y="1101797"/>
        <a:ext cx="3533851" cy="709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DBC529-8773-4D02-8CFA-ADB515C5CBA3}" type="datetime1">
              <a:rPr lang="en-GB" smtClean="0"/>
              <a:t>10/12/2024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777525A-FAFB-4452-AC36-0F7189B7A6A9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0551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03A4E85-D1CF-4174-8E96-0E716FE67106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5808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3DCA11A-9768-448A-88A0-EBE3646E26CE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6394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FEDAE78-A3F9-426C-8A41-9692E3443471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057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17F9CBD-9AAB-4D08-A1FC-12CB5054CF84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0243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9E97160-1FA1-4003-9894-A2FDBE217EB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156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5F76C7B-B428-4E1D-8DC1-C83A59B39C9C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032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9227842-69A9-4D57-8696-571A640FF47C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1369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D4024D-709A-489C-A1E0-404FC4EC40E9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3302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FFEA7D9-67F6-4FDA-9663-2C4F43E353A1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265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143954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626312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643104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205281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078121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3667980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BFDA4C-4741-4614-8CF1-6BBCA681C2EE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24935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663A167-FB84-446A-9868-9338781AA304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2382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4B4B326D-8F15-4B53-B18E-44A3026066F3}" type="datetime1">
              <a:rPr lang="en-GB" noProof="0" smtClean="0"/>
              <a:t>10/12/2024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68845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183776" y="1082040"/>
            <a:ext cx="10613764" cy="992188"/>
          </a:xfrm>
        </p:spPr>
        <p:txBody>
          <a:bodyPr rtlCol="0">
            <a:noAutofit/>
          </a:bodyPr>
          <a:lstStyle/>
          <a:p>
            <a:pPr algn="ctr" rtl="0"/>
            <a:r>
              <a:rPr lang="en-US" sz="6000" dirty="0"/>
              <a:t>   RMI</a:t>
            </a:r>
            <a:r>
              <a:rPr lang="en-GB" sz="6000" dirty="0"/>
              <a:t>    VS   CORBA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7D0B9C-76A5-088F-89EA-AEF9878B1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1580" y="4122420"/>
            <a:ext cx="7010400" cy="2735570"/>
          </a:xfrm>
        </p:spPr>
        <p:txBody>
          <a:bodyPr>
            <a:normAutofit/>
          </a:bodyPr>
          <a:lstStyle/>
          <a:p>
            <a:pPr lvl="8"/>
            <a:r>
              <a:rPr lang="en-US" sz="3200" dirty="0"/>
              <a:t>Presented by :</a:t>
            </a:r>
          </a:p>
          <a:p>
            <a:pPr lvl="8"/>
            <a:r>
              <a:rPr lang="en-US" sz="3200" dirty="0"/>
              <a:t>Jitendra Raut</a:t>
            </a:r>
          </a:p>
          <a:p>
            <a:pPr lvl="8"/>
            <a:r>
              <a:rPr lang="en-US" sz="3200" dirty="0"/>
              <a:t>Komal Basnet</a:t>
            </a:r>
          </a:p>
          <a:p>
            <a:pPr lvl="8"/>
            <a:r>
              <a:rPr lang="en-US" sz="3200" dirty="0"/>
              <a:t>Asha Giri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817" y="5279598"/>
            <a:ext cx="11029616" cy="718870"/>
          </a:xfrm>
        </p:spPr>
        <p:txBody>
          <a:bodyPr rtlCol="0">
            <a:normAutofit fontScale="90000"/>
          </a:bodyPr>
          <a:lstStyle/>
          <a:p>
            <a:pPr rtl="0"/>
            <a:endParaRPr lang="en-GB" dirty="0">
              <a:solidFill>
                <a:srgbClr val="FFFEFF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F0A9DE-E455-00E8-7498-2AB93C3E0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9240" y="198120"/>
            <a:ext cx="7970520" cy="49438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TABLE OF CONTENT :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I. CONCEPT AND PURPOSE.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II. PLATFORM DEPENDENCE.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III. COMMUNICATION MODEL..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IV. COMPLEXITY.</a:t>
            </a:r>
          </a:p>
          <a:p>
            <a:r>
              <a:rPr lang="en-US" sz="1800" dirty="0">
                <a:solidFill>
                  <a:schemeClr val="tx1"/>
                </a:solidFill>
              </a:rPr>
              <a:t>V. PERFORMANCE.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VI. EVOLUTION AND CURRENT STATUS.</a:t>
            </a:r>
          </a:p>
          <a:p>
            <a:r>
              <a:rPr lang="en-US" sz="1800" dirty="0">
                <a:solidFill>
                  <a:schemeClr val="tx1"/>
                </a:solidFill>
              </a:rPr>
              <a:t>VII.  ADVANTAGES AND DISADVANTAGES.</a:t>
            </a:r>
          </a:p>
          <a:p>
            <a:r>
              <a:rPr lang="en-US" sz="1800" dirty="0"/>
              <a:t>VIII</a:t>
            </a:r>
            <a:r>
              <a:rPr lang="en-US" sz="1800" dirty="0">
                <a:solidFill>
                  <a:schemeClr val="tx1"/>
                </a:solidFill>
              </a:rPr>
              <a:t>.  SUMMARY TABLE.</a:t>
            </a:r>
            <a:endParaRPr lang="en-US" sz="3600" dirty="0">
              <a:solidFill>
                <a:srgbClr val="00B050"/>
              </a:solidFill>
            </a:endParaRP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z="3600" u="sng" dirty="0">
                <a:solidFill>
                  <a:schemeClr val="bg2">
                    <a:lumMod val="50000"/>
                  </a:schemeClr>
                </a:solidFill>
              </a:rPr>
              <a:t>I. CONCEPT AND PURPOSE.</a:t>
            </a:r>
            <a:br>
              <a:rPr lang="en-US" sz="3600" u="sng" dirty="0">
                <a:solidFill>
                  <a:schemeClr val="bg2">
                    <a:lumMod val="50000"/>
                  </a:schemeClr>
                </a:solidFill>
              </a:rPr>
            </a:br>
            <a:endParaRPr lang="en-GB" u="sng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BBCE4-0E6E-AB2B-7466-6CE0365A6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0243" y="1528603"/>
            <a:ext cx="4878389" cy="354171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RMI (Remote Method Invocation)</a:t>
            </a: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RMI stands for Remote Method Invocation.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It is a mechanism that allows an object residing in one system (JVM) to access/invoke an object running on another JVM.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RMI is used to build distributed applications; it provides remote communication between Java programs.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8" name="Content Placeholder 17" descr="Chart placeholder">
            <a:extLst>
              <a:ext uri="{FF2B5EF4-FFF2-40B4-BE49-F238E27FC236}">
                <a16:creationId xmlns:a16="http://schemas.microsoft.com/office/drawing/2014/main" id="{BFEA8EC1-23A4-4843-A9C3-AE771D7339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4675" y="2956547"/>
            <a:ext cx="4395788" cy="239905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06F60C-5ED5-D362-B715-924CFFD93ECC}"/>
              </a:ext>
            </a:extLst>
          </p:cNvPr>
          <p:cNvSpPr txBox="1"/>
          <p:nvPr/>
        </p:nvSpPr>
        <p:spPr>
          <a:xfrm>
            <a:off x="6871651" y="2831805"/>
            <a:ext cx="48783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CORBA (Common Object Request Broker Architecture)</a:t>
            </a:r>
            <a:r>
              <a:rPr lang="en-GB" dirty="0"/>
              <a:t>:CORBA is a language-independent specification that allows objects written in different programming languages to communicate with each other.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It provides a framework for making remote procedure calls (RPCs) between objects located on different machines, regardless of the programming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CORBA allows interoperability between different systems and platforms (e.g., Java, C++, Python, etc.).</a:t>
            </a: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6171" y="0"/>
            <a:ext cx="12191980" cy="62941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7640" y="220981"/>
            <a:ext cx="7213600" cy="1082040"/>
          </a:xfrm>
        </p:spPr>
        <p:txBody>
          <a:bodyPr rtlCol="0" anchor="ctr">
            <a:normAutofit fontScale="90000"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II. PLATFORM DEPENDENCE.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GB" dirty="0"/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024488"/>
              </p:ext>
            </p:extLst>
          </p:nvPr>
        </p:nvGraphicFramePr>
        <p:xfrm>
          <a:off x="449580" y="979170"/>
          <a:ext cx="10629899" cy="4812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3233-50ED-A89D-2543-B5EBDAA4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973" y="565178"/>
            <a:ext cx="9905998" cy="1478570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III. COMMUNICATION MODEL..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29686-8C80-1610-353D-7D60DE89E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1" y="1426383"/>
            <a:ext cx="4971416" cy="2954973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r>
              <a:rPr lang="en-GB" b="1" dirty="0"/>
              <a:t>RMI</a:t>
            </a:r>
            <a:r>
              <a:rPr lang="en-GB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RMI follows a client-server model where a client can invoke methods on a remote server object.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RMI works on a single object-level communication, meaning one object invokes methods on another object.</a:t>
            </a:r>
          </a:p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106990-F1FF-A4B3-2AEF-8A1A2D15CCEF}"/>
              </a:ext>
            </a:extLst>
          </p:cNvPr>
          <p:cNvSpPr txBox="1">
            <a:spLocks/>
          </p:cNvSpPr>
          <p:nvPr/>
        </p:nvSpPr>
        <p:spPr>
          <a:xfrm>
            <a:off x="6809103" y="2903869"/>
            <a:ext cx="5070476" cy="3459480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GB" sz="1800" b="1" dirty="0"/>
              <a:t>CORBA</a:t>
            </a:r>
            <a:r>
              <a:rPr lang="en-GB" sz="18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CORBA uses an Object Request Broker (ORB) to enable communication between distributed objects, which acts as an intermediary to facilitate the interaction between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/>
              <a:t>CORBA can handle more complex communication patterns such as multiple clients invoking different methods on various remote objects.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740204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DB77-F4DD-A9E4-510E-5CD64C447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u="sng" dirty="0">
                <a:solidFill>
                  <a:schemeClr val="tx2">
                    <a:lumMod val="90000"/>
                  </a:schemeClr>
                </a:solidFill>
              </a:rPr>
              <a:t>IV. COMPLEXITY.</a:t>
            </a:r>
            <a:br>
              <a:rPr lang="en-US" sz="4400" u="sng" dirty="0">
                <a:solidFill>
                  <a:schemeClr val="tx2">
                    <a:lumMod val="90000"/>
                  </a:schemeClr>
                </a:solidFill>
              </a:rPr>
            </a:br>
            <a:endParaRPr lang="en-GB" u="sng" dirty="0">
              <a:solidFill>
                <a:schemeClr val="tx2">
                  <a:lumMod val="90000"/>
                </a:schemeClr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DB594A7-622E-2AB5-CFD3-3D3CD095B19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41021" y="1500119"/>
            <a:ext cx="5463540" cy="181588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is relatively simpler to use, especially for Java developers, since it is part of the Java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Setting up and using RMI typically requires less configuration.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AD7268F-947F-CF79-6FED-D3DC48E1404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004561" y="2796680"/>
            <a:ext cx="5981700" cy="20621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CORBA: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CORBA is more complex to implement and use because of its cross-language nature and additional features like interface definition languages (IDL), object marshaling, and ORBs.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requires the creation of an interface definition using IDL (Interface Definition Language), which must be compiled to generate language-specific stubs and skeletons. </a:t>
            </a:r>
          </a:p>
        </p:txBody>
      </p:sp>
    </p:spTree>
    <p:extLst>
      <p:ext uri="{BB962C8B-B14F-4D97-AF65-F5344CB8AC3E}">
        <p14:creationId xmlns:p14="http://schemas.microsoft.com/office/powerpoint/2010/main" val="80776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B3F1-5113-62EF-E1E1-CC761724F9C5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txBody>
          <a:bodyPr/>
          <a:lstStyle/>
          <a:p>
            <a:pPr algn="ctr"/>
            <a:r>
              <a:rPr lang="en-US" sz="4400" u="sng" dirty="0">
                <a:solidFill>
                  <a:schemeClr val="tx1"/>
                </a:solidFill>
              </a:rPr>
              <a:t>V. PERFORMANCE.</a:t>
            </a:r>
            <a:br>
              <a:rPr lang="en-US" sz="4400" u="sng" dirty="0">
                <a:solidFill>
                  <a:schemeClr val="tx1"/>
                </a:solidFill>
              </a:rPr>
            </a:br>
            <a:endParaRPr lang="en-GB" u="sn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8E196-F8E7-5278-0BB5-C5625AC94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8157" y="1434020"/>
            <a:ext cx="4396338" cy="576262"/>
          </a:xfrm>
        </p:spPr>
        <p:txBody>
          <a:bodyPr/>
          <a:lstStyle/>
          <a:p>
            <a:r>
              <a:rPr lang="en-US" sz="3200" dirty="0"/>
              <a:t>RMI:</a:t>
            </a:r>
            <a:endParaRPr lang="en-GB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7B739-B033-7898-1B54-FEEC42B19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434020"/>
            <a:ext cx="4396339" cy="576262"/>
          </a:xfrm>
        </p:spPr>
        <p:txBody>
          <a:bodyPr/>
          <a:lstStyle/>
          <a:p>
            <a:r>
              <a:rPr lang="en-US" sz="3200" dirty="0"/>
              <a:t>CORBA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AEA8A9F-5AB2-930D-62C1-C2B9FEE8536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211581" y="2236535"/>
            <a:ext cx="4190999" cy="31700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is relatively faster in Java environments because it is optimized for Java objects and does not require additional translation between languages.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it is Java-specific, there is less overhead when transmitting data and invoking methods.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9B30326-1BB4-45EA-9DE0-1293B98F871B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6023637" y="2236534"/>
            <a:ext cx="5211625" cy="3170099"/>
          </a:xfrm>
          <a:prstGeom prst="rect">
            <a:avLst/>
          </a:prstGeom>
          <a:noFill/>
          <a:ln w="9525">
            <a:solidFill>
              <a:schemeClr val="accent3"/>
            </a:solidFill>
            <a:miter lim="800000"/>
            <a:headEnd/>
            <a:tailEnd/>
          </a:ln>
          <a:effectLst>
            <a:glow rad="1016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CORBA may introduce more overhead due to its generality and the need for the ORB to handle communication between different language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performance can vary depending on the complexity of the system and the communication between heterogeneous systems. </a:t>
            </a:r>
          </a:p>
        </p:txBody>
      </p:sp>
    </p:spTree>
    <p:extLst>
      <p:ext uri="{BB962C8B-B14F-4D97-AF65-F5344CB8AC3E}">
        <p14:creationId xmlns:p14="http://schemas.microsoft.com/office/powerpoint/2010/main" val="36091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9F5A-5D7D-992D-B7BA-218DA9EF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u="sng" dirty="0">
                <a:solidFill>
                  <a:schemeClr val="tx1"/>
                </a:solidFill>
              </a:rPr>
              <a:t>VI. EVOLUTION AND CURRENT STATUS.</a:t>
            </a:r>
            <a:br>
              <a:rPr lang="en-US" sz="4000" u="sng" dirty="0">
                <a:solidFill>
                  <a:schemeClr val="tx1"/>
                </a:solidFill>
              </a:rPr>
            </a:br>
            <a:endParaRPr lang="en-GB" sz="4000" u="sn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4C8B1-3030-7614-160F-994B7AF5DD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8933" y="1328877"/>
            <a:ext cx="4396341" cy="4200245"/>
          </a:xfrm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glow rad="101600">
              <a:schemeClr val="accent6">
                <a:lumMod val="60000"/>
                <a:lumOff val="40000"/>
                <a:alpha val="60000"/>
              </a:schemeClr>
            </a:glow>
          </a:effectLst>
        </p:spPr>
        <p:txBody>
          <a:bodyPr>
            <a:normAutofit lnSpcReduction="10000"/>
          </a:bodyPr>
          <a:lstStyle/>
          <a:p>
            <a:r>
              <a:rPr lang="en-GB" sz="2000" b="1" dirty="0"/>
              <a:t>CORBA</a:t>
            </a:r>
            <a:r>
              <a:rPr lang="en-GB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CORBA's popularity has declined in recent years due to the emergence of newer, simpler, and more efficient technologies like web services (SOAP, REST) and messaging protocols (AMQP, MQTT).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It is still used in legacy systems, especially in industries such as aerospace, telecommunications, and finance.</a:t>
            </a:r>
          </a:p>
          <a:p>
            <a:endParaRPr lang="en-GB" sz="20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0A971B-D468-3E11-49C8-C58A8D8EEC6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723846" y="1721312"/>
            <a:ext cx="5295900" cy="25545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39700">
              <a:schemeClr val="accent4">
                <a:satMod val="175000"/>
                <a:alpha val="40000"/>
              </a:schemeClr>
            </a:glow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is still widely used in Java-based systems but has been largely supplanted by more modern alternatives such as Web Services, REST, and </a:t>
            </a:r>
            <a:r>
              <a:rPr lang="en-US" altLang="en-US" sz="2000" dirty="0">
                <a:latin typeface="Arial" panose="020B0604020202020204" pitchFamily="34" charset="0"/>
              </a:rPr>
              <a:t>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RPC.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RMI may not be ideal for new projects unless they are specifically Java-centric.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044857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7C8A-4064-CDDD-A1A2-2400C9F5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831" y="452718"/>
            <a:ext cx="9404723" cy="1400530"/>
          </a:xfrm>
        </p:spPr>
        <p:txBody>
          <a:bodyPr/>
          <a:lstStyle/>
          <a:p>
            <a:r>
              <a:rPr lang="en-US" sz="3600" u="sng" dirty="0">
                <a:solidFill>
                  <a:schemeClr val="tx1"/>
                </a:solidFill>
              </a:rPr>
              <a:t>VII.  ADVANTAGES AND DISADVANTAGES.</a:t>
            </a:r>
            <a:br>
              <a:rPr lang="en-US" sz="3600" u="sng" dirty="0">
                <a:solidFill>
                  <a:schemeClr val="tx1"/>
                </a:solidFill>
              </a:rPr>
            </a:br>
            <a:endParaRPr lang="en-GB" sz="3600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14191D-0C25-01D7-5ACA-0C56F01C9E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8786386"/>
              </p:ext>
            </p:extLst>
          </p:nvPr>
        </p:nvGraphicFramePr>
        <p:xfrm>
          <a:off x="274320" y="2331720"/>
          <a:ext cx="5196840" cy="1821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BC5256-A1C7-7340-F55E-12E84BD76B74}"/>
              </a:ext>
            </a:extLst>
          </p:cNvPr>
          <p:cNvSpPr txBox="1"/>
          <p:nvPr/>
        </p:nvSpPr>
        <p:spPr>
          <a:xfrm>
            <a:off x="777240" y="1530082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66"/>
                </a:solidFill>
              </a:rPr>
              <a:t>Advantages</a:t>
            </a:r>
            <a:r>
              <a:rPr lang="en-US" dirty="0"/>
              <a:t>: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E608E-DB28-A4A7-E531-0F61BDC096B5}"/>
              </a:ext>
            </a:extLst>
          </p:cNvPr>
          <p:cNvSpPr txBox="1"/>
          <p:nvPr/>
        </p:nvSpPr>
        <p:spPr>
          <a:xfrm>
            <a:off x="7086600" y="1530082"/>
            <a:ext cx="2171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66"/>
                </a:solidFill>
              </a:rPr>
              <a:t>Disadvantages</a:t>
            </a:r>
            <a:r>
              <a:rPr lang="en-US" dirty="0"/>
              <a:t>:</a:t>
            </a:r>
          </a:p>
          <a:p>
            <a:endParaRPr lang="en-GB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B0C8AEB-009C-4810-9DE8-678A78CD09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2874000"/>
              </p:ext>
            </p:extLst>
          </p:nvPr>
        </p:nvGraphicFramePr>
        <p:xfrm>
          <a:off x="5890260" y="2343187"/>
          <a:ext cx="5196840" cy="1821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7977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2C40-8FAD-4869-CF23-4AAB374E0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u="sng" dirty="0"/>
              <a:t>VIII</a:t>
            </a:r>
            <a:r>
              <a:rPr lang="en-US" sz="4400" u="sng" dirty="0">
                <a:solidFill>
                  <a:schemeClr val="tx1"/>
                </a:solidFill>
              </a:rPr>
              <a:t>.  SUMMARY TABLE.</a:t>
            </a:r>
            <a:br>
              <a:rPr lang="en-US" sz="7200" u="sng" dirty="0">
                <a:solidFill>
                  <a:srgbClr val="00B050"/>
                </a:solidFill>
              </a:rPr>
            </a:br>
            <a:endParaRPr lang="en-GB" u="sn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E9A132-C747-F229-8D9C-AEBADBB356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310780"/>
              </p:ext>
            </p:extLst>
          </p:nvPr>
        </p:nvGraphicFramePr>
        <p:xfrm>
          <a:off x="1036319" y="1661160"/>
          <a:ext cx="10096500" cy="4078820"/>
        </p:xfrm>
        <a:graphic>
          <a:graphicData uri="http://schemas.openxmlformats.org/drawingml/2006/table">
            <a:tbl>
              <a:tblPr>
                <a:effectLst>
                  <a:outerShdw blurRad="76200" dist="12700" dir="2700000" sy="-23000" kx="-800400" algn="bl" rotWithShape="0">
                    <a:prstClr val="black">
                      <a:alpha val="20000"/>
                    </a:prstClr>
                  </a:outerShdw>
                </a:effectLst>
              </a:tblPr>
              <a:tblGrid>
                <a:gridCol w="3365500">
                  <a:extLst>
                    <a:ext uri="{9D8B030D-6E8A-4147-A177-3AD203B41FA5}">
                      <a16:colId xmlns:a16="http://schemas.microsoft.com/office/drawing/2014/main" val="109943408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3319662879"/>
                    </a:ext>
                  </a:extLst>
                </a:gridCol>
                <a:gridCol w="3365500">
                  <a:extLst>
                    <a:ext uri="{9D8B030D-6E8A-4147-A177-3AD203B41FA5}">
                      <a16:colId xmlns:a16="http://schemas.microsoft.com/office/drawing/2014/main" val="4052222751"/>
                    </a:ext>
                  </a:extLst>
                </a:gridCol>
              </a:tblGrid>
              <a:tr h="307325">
                <a:tc>
                  <a:txBody>
                    <a:bodyPr/>
                    <a:lstStyle/>
                    <a:p>
                      <a:r>
                        <a:rPr lang="en-GB" sz="1400" dirty="0"/>
                        <a:t>Feature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RMI</a:t>
                      </a:r>
                      <a:endParaRPr lang="en-GB" sz="1400" dirty="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CORBA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112457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Language Support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Java-only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1400"/>
                        <a:t>Multi-language (Java, C++, Python, etc.)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7807699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Interoperability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Java-to-Java communication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Cross-language and cross-platform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441881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Platform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Java-based platforms (JRE)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Multi-platform (Windows, Linux, etc.)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625021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Communication Model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Simple client-server model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Complex communication via ORB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062511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Complexity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Relatively simple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More complex due to IDL and ORB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59857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/>
                        <a:t>Performance</a:t>
                      </a:r>
                      <a:endParaRPr lang="en-GB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Faster for Java applications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May introduce overhead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739009"/>
                  </a:ext>
                </a:extLst>
              </a:tr>
              <a:tr h="538785">
                <a:tc>
                  <a:txBody>
                    <a:bodyPr/>
                    <a:lstStyle/>
                    <a:p>
                      <a:r>
                        <a:rPr lang="en-GB" sz="1400" b="1" dirty="0"/>
                        <a:t>Current Status</a:t>
                      </a:r>
                      <a:endParaRPr lang="en-GB" sz="1400" dirty="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Less popular for new projects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Declining, mostly in legacy systems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4117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EE68A94-4C15-EC82-C2D3-F3864308C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94532" y="-46506"/>
            <a:ext cx="17990272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Summary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4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D92C-9FD1-AED0-91FC-9AAE6F999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611" y="2251038"/>
            <a:ext cx="9404723" cy="1400530"/>
          </a:xfrm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101600">
              <a:schemeClr val="accent3">
                <a:lumMod val="60000"/>
                <a:lumOff val="40000"/>
                <a:alpha val="60000"/>
              </a:schemeClr>
            </a:glow>
          </a:effectLst>
        </p:spPr>
        <p:txBody>
          <a:bodyPr/>
          <a:lstStyle/>
          <a:p>
            <a:pPr algn="ctr"/>
            <a:r>
              <a:rPr lang="en-US" sz="8800" dirty="0">
                <a:solidFill>
                  <a:srgbClr val="00B0F0"/>
                </a:solidFill>
              </a:rPr>
              <a:t>THANK YOU!!!!</a:t>
            </a:r>
            <a:endParaRPr lang="en-GB" sz="88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29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272</TotalTime>
  <Words>825</Words>
  <Application>Microsoft Office PowerPoint</Application>
  <PresentationFormat>Widescreen</PresentationFormat>
  <Paragraphs>108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   RMI    VS   CORBA</vt:lpstr>
      <vt:lpstr>PowerPoint Presentation</vt:lpstr>
      <vt:lpstr>I. CONCEPT AND PURPOSE. </vt:lpstr>
      <vt:lpstr>II. PLATFORM DEPENDENCE. </vt:lpstr>
      <vt:lpstr>III. COMMUNICATION MODEL.. </vt:lpstr>
      <vt:lpstr>IV. COMPLEXITY. </vt:lpstr>
      <vt:lpstr>V. PERFORMANCE. </vt:lpstr>
      <vt:lpstr>VI. EVOLUTION AND CURRENT STATUS. </vt:lpstr>
      <vt:lpstr>VII.  ADVANTAGES AND DISADVANTAGES. </vt:lpstr>
      <vt:lpstr>VIII.  SUMMARY TABLE. </vt:lpstr>
      <vt:lpstr>THANK YOU!!!!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Jitendra Raut</dc:creator>
  <cp:lastModifiedBy>Jitendra Raut</cp:lastModifiedBy>
  <cp:revision>3</cp:revision>
  <dcterms:created xsi:type="dcterms:W3CDTF">2024-12-09T12:35:30Z</dcterms:created>
  <dcterms:modified xsi:type="dcterms:W3CDTF">2024-12-10T02:39:16Z</dcterms:modified>
</cp:coreProperties>
</file>